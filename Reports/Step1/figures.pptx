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45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AFDB7-E992-8717-AD7F-E8793BE5D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8C6F0-F32D-5269-0F34-DBB6713CF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01FCB-90CA-A443-496A-96B00CFA1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2724-5741-B543-CB96-4DFB3A67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A0461-7B45-2363-5479-E36F4033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16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D2F5D-6FEB-330E-4939-4016B5C8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6026B-364A-CE36-2F87-4FC5EF6B9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C5C41-7A82-CD47-7F49-37C004F1F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5A43A-5421-04DF-C3B5-913F9647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EA9B2-E9FC-7A74-8ABF-089991C4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6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9D1C0-C515-9E0D-6646-1ED49C334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91AAE-1F33-927F-8D06-DEEB88516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C5647-6D0A-0C5A-B402-8B32E1A74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6BBA-B014-AFC2-822F-619E2B0AD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C13D5-3E5B-CD71-392B-558811F7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35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5197-8A25-5B20-00E0-121BAF303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1410E-F435-B5F8-D909-E9C1C3E9EF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99265-1647-D8DE-3CA4-2D8CE8EC5C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6078F-6BF9-D7CC-092D-49478A848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7A804-3D3B-046D-755B-F74E20645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2540B-3625-33A4-C506-3EB57D73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52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AB02C-F9AA-39C5-2E2E-52502556A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571E26-0AC6-C7B8-CA87-439A914C8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3FC34-B660-2DD1-5A56-D7829671E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D68B4-C18C-40B7-2158-3BA0139A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18777A-A6EE-2B78-16B8-3405EBB40B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3A1FF-1D27-5071-B119-B99E883D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4318AC-298A-EA36-F720-80F450E3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80C204-B28F-45CD-C329-2840730E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25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06DF3-70D9-8D0A-EADC-C8BCD3A34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1AA8BA-12F8-97DF-D266-583BD2356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C786D-DE08-E3B6-AE63-3C6832B70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882-8AED-392C-98BF-A04C6B06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8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13A39-E1B9-4209-7109-92C0C6585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6C3D9E-0E01-5DD3-B249-4A16AD20F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A5A91-08C5-5651-CBD6-D377F02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20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AD10-2B8B-F61E-F3F6-810C33BC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4A46E-A727-CE5E-288F-416BA0318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FCB50-D487-5DA4-CE4A-1B92F8F73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1553E-19BC-EC9D-7448-939DE7955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39928-E4B7-33E7-1A7B-BE300417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3CFC-6A30-3E3E-CE67-DB836137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49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5105A-0703-508E-C838-5736C0F9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25EBE8-22A2-387C-5D16-FD2A3BE62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D46C9-408B-0300-A93A-0E99FFE88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7FB83-A768-66D4-FA2E-1F5D93F1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70015-D3BA-AD4E-4B96-1D904BDBF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704E1-4461-38EC-734D-1B509FF7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704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2296-C694-C4C5-8692-1BA6E25F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DABEA-4A95-E8E6-7855-E5C0A01E1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D754B-797B-E0C5-5C5D-F629B1E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30E18B-BEE3-806B-597D-A2364274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DECEA-074C-8092-0E6A-898DE392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19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DBC5D7-4D86-C9F0-5018-94955BF29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02B121-9EDA-5D73-2F21-DD1592E5A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272-689D-2953-2389-157AF03A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40055-25F0-737A-185B-8CFB78001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9F31A-ACEE-990C-3569-199A1C79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61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D4A2FE-C976-EE5F-B24E-2583A4A8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6320BA-3943-E40F-2261-6E63FB9DD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29AD-47E1-725C-799B-928337E157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C54B2-02AF-4F32-9526-487D6CDB273B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E9237-AE93-3CD8-4B48-0EDEF7DAF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34E93-5572-E9ED-FF98-DFBDAF8FA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4D6CD3-908F-91CD-D55C-C923E585D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931" y="643467"/>
            <a:ext cx="2938737" cy="55710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9FBB5E-FBD5-EEEC-9A76-7FD703235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234" y="643467"/>
            <a:ext cx="2994448" cy="55710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258273-BA8E-2F3D-0034-FF268A0B4F49}"/>
              </a:ext>
            </a:extLst>
          </p:cNvPr>
          <p:cNvSpPr txBox="1"/>
          <p:nvPr/>
        </p:nvSpPr>
        <p:spPr>
          <a:xfrm>
            <a:off x="365760" y="1036320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BE0B5C-7274-2B83-1638-192737E17359}"/>
              </a:ext>
            </a:extLst>
          </p:cNvPr>
          <p:cNvSpPr txBox="1"/>
          <p:nvPr/>
        </p:nvSpPr>
        <p:spPr>
          <a:xfrm>
            <a:off x="5811520" y="834777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DDD1ED-2174-9354-D3F2-05A2F336BD52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302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91F7C-088D-832D-06FE-B7C50D5CD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687A277-5FDF-38F6-7E9F-7B2B9C07BEB7}"/>
              </a:ext>
            </a:extLst>
          </p:cNvPr>
          <p:cNvSpPr txBox="1"/>
          <p:nvPr/>
        </p:nvSpPr>
        <p:spPr>
          <a:xfrm>
            <a:off x="273160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A53F1-9BD1-0326-338F-C2F28CDFDEF5}"/>
              </a:ext>
            </a:extLst>
          </p:cNvPr>
          <p:cNvSpPr txBox="1"/>
          <p:nvPr/>
        </p:nvSpPr>
        <p:spPr>
          <a:xfrm>
            <a:off x="24775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7BF59A-3C51-5F15-0E9D-C969644CD858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0AD5947-DA41-BF78-F3F0-DE46C1012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246" y="91791"/>
            <a:ext cx="7950200" cy="34403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B1525A-BBCF-7BA7-69B6-05A37B5C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31" y="3949623"/>
            <a:ext cx="3373500" cy="2743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E447AD2-BAC2-5010-B23A-18811290F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07" y="3888067"/>
            <a:ext cx="3358800" cy="2743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07663FE-DAB8-A29B-7C4B-6253F2704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4837" y="3888067"/>
            <a:ext cx="3645870" cy="27432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0A98D6-8B81-5C61-988A-760650438897}"/>
              </a:ext>
            </a:extLst>
          </p:cNvPr>
          <p:cNvSpPr txBox="1"/>
          <p:nvPr/>
        </p:nvSpPr>
        <p:spPr>
          <a:xfrm>
            <a:off x="4162962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B8A53E-DAB0-9D9E-4165-71A8CF3AB839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9DC6448-8042-CACB-6433-D3EE2F88CE0E}"/>
              </a:ext>
            </a:extLst>
          </p:cNvPr>
          <p:cNvCxnSpPr/>
          <p:nvPr/>
        </p:nvCxnSpPr>
        <p:spPr>
          <a:xfrm>
            <a:off x="4162962" y="3539812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E273439-5C54-DA96-0294-8C534D4A02A9}"/>
              </a:ext>
            </a:extLst>
          </p:cNvPr>
          <p:cNvCxnSpPr/>
          <p:nvPr/>
        </p:nvCxnSpPr>
        <p:spPr>
          <a:xfrm>
            <a:off x="8404776" y="3556743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26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7ECEE6-21E9-33B1-CCFD-93E62941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B9F01C-1F8D-9CCB-2570-7078322CEF48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471CB6-A2BA-4975-45C2-1885751EA745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1D681B-58A3-8D66-22F8-F4ADE1D221EF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44D9E80-7FBE-C986-6908-4B0C6509B798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9D940A-8967-1E1E-6569-4E2B01F93B1E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BD7DF4-4DE9-AE54-DFA0-9BC37AF09566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024C137-6835-0DC4-ECEC-74BAF1007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55" y="98413"/>
            <a:ext cx="3917025" cy="31478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175D59-7342-6B5A-8935-8CC6687E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23" y="98413"/>
            <a:ext cx="4603639" cy="3147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CC025D-3F1A-924C-8062-7CA4618CF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974" y="3576718"/>
            <a:ext cx="4750387" cy="32607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C8D5B1-2639-1B39-55EA-751C4A87A2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6194" y="3540269"/>
            <a:ext cx="4549545" cy="323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016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10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Melinarskiy, B. (Bar)</dc:creator>
  <cp:lastModifiedBy>Melinarskiy, B. (Bar)</cp:lastModifiedBy>
  <cp:revision>1</cp:revision>
  <dcterms:created xsi:type="dcterms:W3CDTF">2025-09-16T13:10:23Z</dcterms:created>
  <dcterms:modified xsi:type="dcterms:W3CDTF">2025-09-16T15:45:28Z</dcterms:modified>
</cp:coreProperties>
</file>