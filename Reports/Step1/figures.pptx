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8" r:id="rId5"/>
    <p:sldId id="261" r:id="rId6"/>
    <p:sldId id="262" r:id="rId7"/>
    <p:sldId id="267" r:id="rId8"/>
    <p:sldId id="260" r:id="rId9"/>
    <p:sldId id="259" r:id="rId10"/>
    <p:sldId id="264" r:id="rId11"/>
    <p:sldId id="265" r:id="rId12"/>
    <p:sldId id="266" r:id="rId13"/>
    <p:sldId id="26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AFDB7-E992-8717-AD7F-E8793BE5D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18C6F0-F32D-5269-0F34-DBB6713CF5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01FCB-90CA-A443-496A-96B00CFA1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692724-5741-B543-CB96-4DFB3A67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A0461-7B45-2363-5479-E36F4033A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616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D2F5D-6FEB-330E-4939-4016B5C8A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6026B-364A-CE36-2F87-4FC5EF6B9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8C5C41-7A82-CD47-7F49-37C004F1F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5A43A-5421-04DF-C3B5-913F96478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EA9B2-E9FC-7A74-8ABF-089991C46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26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9D1C0-C515-9E0D-6646-1ED49C334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91AAE-1F33-927F-8D06-DEEB88516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0C5647-6D0A-0C5A-B402-8B32E1A74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F56BBA-B014-AFC2-822F-619E2B0AD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C13D5-3E5B-CD71-392B-558811F7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135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25197-8A25-5B20-00E0-121BAF303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1410E-F435-B5F8-D909-E9C1C3E9EF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B99265-1647-D8DE-3CA4-2D8CE8EC5C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96078F-6BF9-D7CC-092D-49478A848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C7A804-3D3B-046D-755B-F74E20645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2540B-3625-33A4-C506-3EB57D738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52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AB02C-F9AA-39C5-2E2E-52502556A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571E26-0AC6-C7B8-CA87-439A914C84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3FC34-B660-2DD1-5A56-D7829671E5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DD68B4-C18C-40B7-2158-3BA0139A30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18777A-A6EE-2B78-16B8-3405EBB40B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33A1FF-1D27-5071-B119-B99E883D4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4318AC-298A-EA36-F720-80F450E3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80C204-B28F-45CD-C329-2840730E7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25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06DF3-70D9-8D0A-EADC-C8BCD3A34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1AA8BA-12F8-97DF-D266-583BD2356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5C786D-DE08-E3B6-AE63-3C6832B70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3FF882-8AED-392C-98BF-A04C6B06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83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C13A39-E1B9-4209-7109-92C0C6585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6C3D9E-0E01-5DD3-B249-4A16AD20F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A5A91-08C5-5651-CBD6-D377F02CD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820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DAD10-2B8B-F61E-F3F6-810C33BC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4A46E-A727-CE5E-288F-416BA0318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4FCB50-D487-5DA4-CE4A-1B92F8F73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01553E-19BC-EC9D-7448-939DE7955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539928-E4B7-33E7-1A7B-BE300417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123CFC-6A30-3E3E-CE67-DB836137F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49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5105A-0703-508E-C838-5736C0F9D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25EBE8-22A2-387C-5D16-FD2A3BE622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3D46C9-408B-0300-A93A-0E99FFE884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7FB83-A768-66D4-FA2E-1F5D93F14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970015-D3BA-AD4E-4B96-1D904BDBF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704E1-4461-38EC-734D-1B509FF7C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704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92296-C694-C4C5-8692-1BA6E25FE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EDABEA-4A95-E8E6-7855-E5C0A01E1C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1D754B-797B-E0C5-5C5D-F629B1E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30E18B-BEE3-806B-597D-A23642745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6DECEA-074C-8092-0E6A-898DE392E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419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DBC5D7-4D86-C9F0-5018-94955BF295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02B121-9EDA-5D73-2F21-DD1592E5AD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ED272-689D-2953-2389-157AF03AD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40055-25F0-737A-185B-8CFB78001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9F31A-ACEE-990C-3569-199A1C795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761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D4A2FE-C976-EE5F-B24E-2583A4A88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6320BA-3943-E40F-2261-6E63FB9DD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C29AD-47E1-725C-799B-928337E157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0C54B2-02AF-4F32-9526-487D6CDB273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FE9237-AE93-3CD8-4B48-0EDEF7DAF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34E93-5572-E9ED-FF98-DFBDAF8FA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58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44D6CD3-908F-91CD-D55C-C923E585D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931" y="643467"/>
            <a:ext cx="2938737" cy="55710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99FBB5E-FBD5-EEEC-9A76-7FD703235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234" y="643467"/>
            <a:ext cx="2994448" cy="55710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258273-BA8E-2F3D-0034-FF268A0B4F49}"/>
              </a:ext>
            </a:extLst>
          </p:cNvPr>
          <p:cNvSpPr txBox="1"/>
          <p:nvPr/>
        </p:nvSpPr>
        <p:spPr>
          <a:xfrm>
            <a:off x="365760" y="1036320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BE0B5C-7274-2B83-1638-192737E17359}"/>
              </a:ext>
            </a:extLst>
          </p:cNvPr>
          <p:cNvSpPr txBox="1"/>
          <p:nvPr/>
        </p:nvSpPr>
        <p:spPr>
          <a:xfrm>
            <a:off x="5811520" y="834777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DDD1ED-2174-9354-D3F2-05A2F336BD52}"/>
              </a:ext>
            </a:extLst>
          </p:cNvPr>
          <p:cNvCxnSpPr/>
          <p:nvPr/>
        </p:nvCxnSpPr>
        <p:spPr>
          <a:xfrm>
            <a:off x="532384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6302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D91F7C-088D-832D-06FE-B7C50D5CD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687A277-5FDF-38F6-7E9F-7B2B9C07BEB7}"/>
              </a:ext>
            </a:extLst>
          </p:cNvPr>
          <p:cNvSpPr txBox="1"/>
          <p:nvPr/>
        </p:nvSpPr>
        <p:spPr>
          <a:xfrm>
            <a:off x="273160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6A53F1-9BD1-0326-338F-C2F28CDFDEF5}"/>
              </a:ext>
            </a:extLst>
          </p:cNvPr>
          <p:cNvSpPr txBox="1"/>
          <p:nvPr/>
        </p:nvSpPr>
        <p:spPr>
          <a:xfrm>
            <a:off x="24775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17BF59A-3C51-5F15-0E9D-C969644CD858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80AD5947-DA41-BF78-F3F0-DE46C1012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246" y="91791"/>
            <a:ext cx="7950200" cy="344030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B1525A-BBCF-7BA7-69B6-05A37B5C6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931" y="3949623"/>
            <a:ext cx="3373500" cy="27432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E447AD2-BAC2-5010-B23A-18811290F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1707" y="3888067"/>
            <a:ext cx="3358800" cy="27432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07663FE-DAB8-A29B-7C4B-6253F2704A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4837" y="3888067"/>
            <a:ext cx="3645870" cy="27432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60A98D6-8B81-5C61-988A-760650438897}"/>
              </a:ext>
            </a:extLst>
          </p:cNvPr>
          <p:cNvSpPr txBox="1"/>
          <p:nvPr/>
        </p:nvSpPr>
        <p:spPr>
          <a:xfrm>
            <a:off x="4162962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B8A53E-DAB0-9D9E-4165-71A8CF3AB839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9DC6448-8042-CACB-6433-D3EE2F88CE0E}"/>
              </a:ext>
            </a:extLst>
          </p:cNvPr>
          <p:cNvCxnSpPr/>
          <p:nvPr/>
        </p:nvCxnSpPr>
        <p:spPr>
          <a:xfrm>
            <a:off x="4162962" y="3539812"/>
            <a:ext cx="0" cy="331818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E273439-5C54-DA96-0294-8C534D4A02A9}"/>
              </a:ext>
            </a:extLst>
          </p:cNvPr>
          <p:cNvCxnSpPr/>
          <p:nvPr/>
        </p:nvCxnSpPr>
        <p:spPr>
          <a:xfrm>
            <a:off x="8404776" y="3556743"/>
            <a:ext cx="0" cy="331818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2226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7ECEE6-21E9-33B1-CCFD-93E62941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7B9F01C-1F8D-9CCB-2570-7078322CEF48}"/>
              </a:ext>
            </a:extLst>
          </p:cNvPr>
          <p:cNvSpPr txBox="1"/>
          <p:nvPr/>
        </p:nvSpPr>
        <p:spPr>
          <a:xfrm>
            <a:off x="8708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471CB6-A2BA-4975-45C2-1885751EA745}"/>
              </a:ext>
            </a:extLst>
          </p:cNvPr>
          <p:cNvSpPr txBox="1"/>
          <p:nvPr/>
        </p:nvSpPr>
        <p:spPr>
          <a:xfrm>
            <a:off x="6135183" y="-1741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D1D681B-58A3-8D66-22F8-F4ADE1D221EF}"/>
              </a:ext>
            </a:extLst>
          </p:cNvPr>
          <p:cNvCxnSpPr>
            <a:cxnSpLocks/>
          </p:cNvCxnSpPr>
          <p:nvPr/>
        </p:nvCxnSpPr>
        <p:spPr>
          <a:xfrm>
            <a:off x="78377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44D9E80-7FBE-C986-6908-4B0C6509B798}"/>
              </a:ext>
            </a:extLst>
          </p:cNvPr>
          <p:cNvSpPr txBox="1"/>
          <p:nvPr/>
        </p:nvSpPr>
        <p:spPr>
          <a:xfrm>
            <a:off x="87087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9D940A-8967-1E1E-6569-4E2B01F93B1E}"/>
              </a:ext>
            </a:extLst>
          </p:cNvPr>
          <p:cNvSpPr txBox="1"/>
          <p:nvPr/>
        </p:nvSpPr>
        <p:spPr>
          <a:xfrm>
            <a:off x="6135183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FBD7DF4-4DE9-AE54-DFA0-9BC37AF09566}"/>
              </a:ext>
            </a:extLst>
          </p:cNvPr>
          <p:cNvCxnSpPr>
            <a:cxnSpLocks/>
          </p:cNvCxnSpPr>
          <p:nvPr/>
        </p:nvCxnSpPr>
        <p:spPr>
          <a:xfrm>
            <a:off x="6096000" y="2064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024C137-6835-0DC4-ECEC-74BAF1007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655" y="98413"/>
            <a:ext cx="3917025" cy="31478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175D59-7342-6B5A-8935-8CC6687E3F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423" y="98413"/>
            <a:ext cx="4603639" cy="31478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CC025D-3F1A-924C-8062-7CA4618CF6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974" y="3576718"/>
            <a:ext cx="4750387" cy="32607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3C8D5B1-2639-1B39-55EA-751C4A87A2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6194" y="3540269"/>
            <a:ext cx="4549545" cy="3232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016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913BEF-3C04-43D5-7024-263B6CF7F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B9EF2FC-A990-D32B-89E9-D50A899FCC47}"/>
              </a:ext>
            </a:extLst>
          </p:cNvPr>
          <p:cNvSpPr txBox="1"/>
          <p:nvPr/>
        </p:nvSpPr>
        <p:spPr>
          <a:xfrm>
            <a:off x="8708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5820C2-45AA-6942-B395-3B2D8C1FEB1D}"/>
              </a:ext>
            </a:extLst>
          </p:cNvPr>
          <p:cNvSpPr txBox="1"/>
          <p:nvPr/>
        </p:nvSpPr>
        <p:spPr>
          <a:xfrm>
            <a:off x="6135183" y="-1741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11B9CD-E25D-E0C9-3062-7B92F237CE5D}"/>
              </a:ext>
            </a:extLst>
          </p:cNvPr>
          <p:cNvCxnSpPr>
            <a:cxnSpLocks/>
          </p:cNvCxnSpPr>
          <p:nvPr/>
        </p:nvCxnSpPr>
        <p:spPr>
          <a:xfrm>
            <a:off x="78377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774763C-189B-9A90-A92D-B78BED01F6A1}"/>
              </a:ext>
            </a:extLst>
          </p:cNvPr>
          <p:cNvSpPr txBox="1"/>
          <p:nvPr/>
        </p:nvSpPr>
        <p:spPr>
          <a:xfrm>
            <a:off x="87087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B305F4-ADA3-C2CC-CF11-113A5B0FE1A5}"/>
              </a:ext>
            </a:extLst>
          </p:cNvPr>
          <p:cNvSpPr txBox="1"/>
          <p:nvPr/>
        </p:nvSpPr>
        <p:spPr>
          <a:xfrm>
            <a:off x="6135183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071B693-3BA2-E506-DC8A-010D2F3F764B}"/>
              </a:ext>
            </a:extLst>
          </p:cNvPr>
          <p:cNvCxnSpPr>
            <a:cxnSpLocks/>
          </p:cNvCxnSpPr>
          <p:nvPr/>
        </p:nvCxnSpPr>
        <p:spPr>
          <a:xfrm>
            <a:off x="6096000" y="2064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F308971-8116-AD5F-0E54-4B4588584A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737" y="82908"/>
            <a:ext cx="5420979" cy="3268649"/>
          </a:xfrm>
          <a:prstGeom prst="rect">
            <a:avLst/>
          </a:prstGeom>
        </p:spPr>
      </p:pic>
      <p:pic>
        <p:nvPicPr>
          <p:cNvPr id="10" name="Picture 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D512541B-2C80-FFA1-03A2-E5B0247C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480" y="3532395"/>
            <a:ext cx="3895315" cy="3290258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BF8A9AF-91C1-CAD6-B6C6-FF6FF5C294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5360" y="3505412"/>
            <a:ext cx="4520914" cy="3317241"/>
          </a:xfrm>
          <a:prstGeom prst="rect">
            <a:avLst/>
          </a:prstGeom>
        </p:spPr>
      </p:pic>
      <p:pic>
        <p:nvPicPr>
          <p:cNvPr id="16" name="Picture 1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3355F4F-4D5E-8484-C8F2-B2503AB5491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6015" y="12194"/>
            <a:ext cx="4331642" cy="335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848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22BCA4-01DC-B39B-4A07-3D297F6A9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59F6A6F-3C2B-7923-B894-7A388FDC52F7}"/>
              </a:ext>
            </a:extLst>
          </p:cNvPr>
          <p:cNvSpPr txBox="1"/>
          <p:nvPr/>
        </p:nvSpPr>
        <p:spPr>
          <a:xfrm>
            <a:off x="222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C201CA-7562-F9AD-89FF-E5FC1629E2CB}"/>
              </a:ext>
            </a:extLst>
          </p:cNvPr>
          <p:cNvSpPr txBox="1"/>
          <p:nvPr/>
        </p:nvSpPr>
        <p:spPr>
          <a:xfrm>
            <a:off x="27625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898CDD7-8086-B8BC-63E1-853D6938D9E7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FF4C8B4-17A8-D132-11D6-90C3CCB756EB}"/>
              </a:ext>
            </a:extLst>
          </p:cNvPr>
          <p:cNvSpPr txBox="1"/>
          <p:nvPr/>
        </p:nvSpPr>
        <p:spPr>
          <a:xfrm>
            <a:off x="4027495" y="359381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0602D-85A8-5A1C-22CE-A2DEB81EAA38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6FD1F00-26ED-FD9A-95AE-E365E45EDD3D}"/>
              </a:ext>
            </a:extLst>
          </p:cNvPr>
          <p:cNvCxnSpPr>
            <a:cxnSpLocks/>
          </p:cNvCxnSpPr>
          <p:nvPr/>
        </p:nvCxnSpPr>
        <p:spPr>
          <a:xfrm>
            <a:off x="4019023" y="-1"/>
            <a:ext cx="0" cy="685800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1207647-D634-7B7F-3ECD-43BB7891AC18}"/>
              </a:ext>
            </a:extLst>
          </p:cNvPr>
          <p:cNvCxnSpPr/>
          <p:nvPr/>
        </p:nvCxnSpPr>
        <p:spPr>
          <a:xfrm>
            <a:off x="8193106" y="-24669"/>
            <a:ext cx="0" cy="697687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44E52E5B-EC63-DCD7-56A4-4D0CFDE266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38"/>
          <a:stretch>
            <a:fillRect/>
          </a:stretch>
        </p:blipFill>
        <p:spPr>
          <a:xfrm>
            <a:off x="8275301" y="4219419"/>
            <a:ext cx="3861862" cy="22999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755B18-9B45-C21A-3D70-74E432300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7" y="606951"/>
            <a:ext cx="3887664" cy="22965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FC0421A-031B-8CA3-CD9B-73421A7C76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9245" y="504766"/>
            <a:ext cx="4065863" cy="24617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9BB89A6-8F47-23AA-E89C-B19C602F842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263" r="1433"/>
          <a:stretch>
            <a:fillRect/>
          </a:stretch>
        </p:blipFill>
        <p:spPr>
          <a:xfrm>
            <a:off x="8311659" y="573083"/>
            <a:ext cx="3777925" cy="232516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FCE2910-F271-0CF1-B1E2-F7AD4A40FD8F}"/>
              </a:ext>
            </a:extLst>
          </p:cNvPr>
          <p:cNvSpPr txBox="1"/>
          <p:nvPr/>
        </p:nvSpPr>
        <p:spPr>
          <a:xfrm>
            <a:off x="4072462" y="-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F5218EC-7704-88B7-1E23-311A2124513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415" r="4228"/>
          <a:stretch>
            <a:fillRect/>
          </a:stretch>
        </p:blipFill>
        <p:spPr>
          <a:xfrm>
            <a:off x="50766" y="4183981"/>
            <a:ext cx="3927712" cy="2521616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8A7A27E-056C-467C-C206-0F0EC639309F}"/>
              </a:ext>
            </a:extLst>
          </p:cNvPr>
          <p:cNvSpPr txBox="1"/>
          <p:nvPr/>
        </p:nvSpPr>
        <p:spPr>
          <a:xfrm>
            <a:off x="8246539" y="1693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90F007F5-1ADD-704C-C1D4-37BDE0BC0C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5337" y="4160956"/>
            <a:ext cx="4045306" cy="235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945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0DBB1C-7EA2-D251-BF63-3329A66F7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2C876EA-E28C-562E-5473-96711DB0EBC3}"/>
              </a:ext>
            </a:extLst>
          </p:cNvPr>
          <p:cNvSpPr txBox="1"/>
          <p:nvPr/>
        </p:nvSpPr>
        <p:spPr>
          <a:xfrm>
            <a:off x="222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6D7EAA-2347-FEFF-BD71-4AB980A08CC9}"/>
              </a:ext>
            </a:extLst>
          </p:cNvPr>
          <p:cNvSpPr txBox="1"/>
          <p:nvPr/>
        </p:nvSpPr>
        <p:spPr>
          <a:xfrm>
            <a:off x="27625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C8C4F49-F5C4-B485-4804-8AAF72D799A7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77DD8FA-A0DC-85AC-26F4-6522C91EE1E0}"/>
              </a:ext>
            </a:extLst>
          </p:cNvPr>
          <p:cNvSpPr txBox="1"/>
          <p:nvPr/>
        </p:nvSpPr>
        <p:spPr>
          <a:xfrm>
            <a:off x="4027495" y="359381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66A111-0271-A403-968E-F127E69B427E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FE97797-4E3F-FCA9-1AC5-54E87AC312B0}"/>
              </a:ext>
            </a:extLst>
          </p:cNvPr>
          <p:cNvCxnSpPr>
            <a:cxnSpLocks/>
          </p:cNvCxnSpPr>
          <p:nvPr/>
        </p:nvCxnSpPr>
        <p:spPr>
          <a:xfrm>
            <a:off x="4019023" y="-1"/>
            <a:ext cx="0" cy="685800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72AC3AE-1005-6E30-F23C-460BBC816E44}"/>
              </a:ext>
            </a:extLst>
          </p:cNvPr>
          <p:cNvCxnSpPr/>
          <p:nvPr/>
        </p:nvCxnSpPr>
        <p:spPr>
          <a:xfrm>
            <a:off x="8193106" y="-24669"/>
            <a:ext cx="0" cy="697687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1293707-5BF7-4298-40E8-A6040B75E610}"/>
              </a:ext>
            </a:extLst>
          </p:cNvPr>
          <p:cNvSpPr txBox="1"/>
          <p:nvPr/>
        </p:nvSpPr>
        <p:spPr>
          <a:xfrm>
            <a:off x="4072462" y="-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E21828-3164-98DE-8854-4E7FA9620757}"/>
              </a:ext>
            </a:extLst>
          </p:cNvPr>
          <p:cNvSpPr txBox="1"/>
          <p:nvPr/>
        </p:nvSpPr>
        <p:spPr>
          <a:xfrm>
            <a:off x="8246539" y="1693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A7A6FF-3F68-369F-4DE8-A0671C914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97" y="611199"/>
            <a:ext cx="3945452" cy="22997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6FE7E6E-3625-97BF-C72A-CAADB2A70A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0928" y="529401"/>
            <a:ext cx="4026903" cy="24633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2FD74A-408B-861D-0901-8745E85F5B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530" y="642493"/>
            <a:ext cx="3953003" cy="22371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F4C5F72-D4F7-0D35-37E5-CD84B77D98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980" y="4166938"/>
            <a:ext cx="3995047" cy="23254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EB11E96-4F05-79C1-D974-5E2BADFCC9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9919" y="4127784"/>
            <a:ext cx="4111342" cy="257236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9E7A611-C51B-9591-33DD-F7640F4043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6425" y="4203987"/>
            <a:ext cx="3804278" cy="2275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760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BFB66A-07F8-EC02-977A-9554AA7B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52BFAD3-BD42-C4E0-676B-4C07BC08E395}"/>
              </a:ext>
            </a:extLst>
          </p:cNvPr>
          <p:cNvSpPr txBox="1"/>
          <p:nvPr/>
        </p:nvSpPr>
        <p:spPr>
          <a:xfrm>
            <a:off x="222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9AC3E7-C7F4-5A22-B19B-29E52DA3597F}"/>
              </a:ext>
            </a:extLst>
          </p:cNvPr>
          <p:cNvSpPr txBox="1"/>
          <p:nvPr/>
        </p:nvSpPr>
        <p:spPr>
          <a:xfrm>
            <a:off x="27625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1A283E-3398-9EBC-0FBD-9D515CD603D7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7D879C4-326D-DC69-37D8-28FDFE22ACAC}"/>
              </a:ext>
            </a:extLst>
          </p:cNvPr>
          <p:cNvSpPr txBox="1"/>
          <p:nvPr/>
        </p:nvSpPr>
        <p:spPr>
          <a:xfrm>
            <a:off x="4027495" y="359381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10EB7F-0527-5027-555D-F95730B7F690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60584E7-82EE-D38C-19D0-D253CEAE9474}"/>
              </a:ext>
            </a:extLst>
          </p:cNvPr>
          <p:cNvCxnSpPr>
            <a:cxnSpLocks/>
          </p:cNvCxnSpPr>
          <p:nvPr/>
        </p:nvCxnSpPr>
        <p:spPr>
          <a:xfrm>
            <a:off x="4019023" y="-1"/>
            <a:ext cx="0" cy="685800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B6C7256-2EDA-D407-D437-C5E8B701E961}"/>
              </a:ext>
            </a:extLst>
          </p:cNvPr>
          <p:cNvCxnSpPr/>
          <p:nvPr/>
        </p:nvCxnSpPr>
        <p:spPr>
          <a:xfrm>
            <a:off x="8193106" y="-24669"/>
            <a:ext cx="0" cy="697687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E503E22-ADF0-9791-56BA-D0885AA27F84}"/>
              </a:ext>
            </a:extLst>
          </p:cNvPr>
          <p:cNvSpPr txBox="1"/>
          <p:nvPr/>
        </p:nvSpPr>
        <p:spPr>
          <a:xfrm>
            <a:off x="4072462" y="-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AE94C9-AE6D-4291-BAAC-A62B66990BA0}"/>
              </a:ext>
            </a:extLst>
          </p:cNvPr>
          <p:cNvSpPr txBox="1"/>
          <p:nvPr/>
        </p:nvSpPr>
        <p:spPr>
          <a:xfrm>
            <a:off x="8246539" y="1693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6D315C-52C5-17AD-CC61-ABCE8BDDB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3" y="871262"/>
            <a:ext cx="3836335" cy="2219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0E4059-9CFA-682E-218F-D1FABD558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213" y="714023"/>
            <a:ext cx="3751347" cy="242339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3916699-A8B4-E6A9-1118-6E59D5841E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6539" y="793271"/>
            <a:ext cx="3888811" cy="220787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3FC27E0-8D7E-593C-244C-99F7BC4D8E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53" y="4368967"/>
            <a:ext cx="3652524" cy="198279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C61D572-6E51-F455-050F-E6066F9ECD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6776" y="4238765"/>
            <a:ext cx="3828784" cy="193721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7059C8F-027E-51DF-DC67-E5759D8528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7460" y="4158469"/>
            <a:ext cx="3887890" cy="2042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2529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7950FF-3071-E731-00A9-33A21852B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4CCA579-FC3A-CEE2-B3DD-5F5698F1C9F9}"/>
              </a:ext>
            </a:extLst>
          </p:cNvPr>
          <p:cNvSpPr txBox="1"/>
          <p:nvPr/>
        </p:nvSpPr>
        <p:spPr>
          <a:xfrm>
            <a:off x="19351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60456A-857B-9ACB-252F-E357EDED5FD2}"/>
              </a:ext>
            </a:extLst>
          </p:cNvPr>
          <p:cNvSpPr txBox="1"/>
          <p:nvPr/>
        </p:nvSpPr>
        <p:spPr>
          <a:xfrm>
            <a:off x="260726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06D6C0C-F0C2-B100-15CA-EF41573F4EFE}"/>
              </a:ext>
            </a:extLst>
          </p:cNvPr>
          <p:cNvCxnSpPr>
            <a:cxnSpLocks/>
          </p:cNvCxnSpPr>
          <p:nvPr/>
        </p:nvCxnSpPr>
        <p:spPr>
          <a:xfrm>
            <a:off x="27575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C22C83A-6711-51EA-140F-F26DED670A69}"/>
              </a:ext>
            </a:extLst>
          </p:cNvPr>
          <p:cNvSpPr txBox="1"/>
          <p:nvPr/>
        </p:nvSpPr>
        <p:spPr>
          <a:xfrm>
            <a:off x="-14517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E85BDC-4BF8-4D73-247B-A3FC6D7618C5}"/>
              </a:ext>
            </a:extLst>
          </p:cNvPr>
          <p:cNvSpPr txBox="1"/>
          <p:nvPr/>
        </p:nvSpPr>
        <p:spPr>
          <a:xfrm>
            <a:off x="2616197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G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470A528-4143-0CB3-2D0B-78B0E2319874}"/>
              </a:ext>
            </a:extLst>
          </p:cNvPr>
          <p:cNvCxnSpPr>
            <a:cxnSpLocks/>
          </p:cNvCxnSpPr>
          <p:nvPr/>
        </p:nvCxnSpPr>
        <p:spPr>
          <a:xfrm>
            <a:off x="2650065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58C932A-7D5A-A7BD-BA8F-64628AB463EF}"/>
              </a:ext>
            </a:extLst>
          </p:cNvPr>
          <p:cNvSpPr txBox="1"/>
          <p:nvPr/>
        </p:nvSpPr>
        <p:spPr>
          <a:xfrm>
            <a:off x="5156202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5257A0-A505-1633-ADEC-53BBA3E57560}"/>
              </a:ext>
            </a:extLst>
          </p:cNvPr>
          <p:cNvSpPr txBox="1"/>
          <p:nvPr/>
        </p:nvSpPr>
        <p:spPr>
          <a:xfrm>
            <a:off x="5198075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H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CC500DC-A80D-423C-4BDB-C49C4787DAD4}"/>
              </a:ext>
            </a:extLst>
          </p:cNvPr>
          <p:cNvCxnSpPr>
            <a:cxnSpLocks/>
          </p:cNvCxnSpPr>
          <p:nvPr/>
        </p:nvCxnSpPr>
        <p:spPr>
          <a:xfrm>
            <a:off x="5190070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9CA52EC-FF61-6C22-9139-A15F78DA9DFB}"/>
              </a:ext>
            </a:extLst>
          </p:cNvPr>
          <p:cNvCxnSpPr>
            <a:cxnSpLocks/>
          </p:cNvCxnSpPr>
          <p:nvPr/>
        </p:nvCxnSpPr>
        <p:spPr>
          <a:xfrm>
            <a:off x="7730075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3DD44C7-C93E-7FCE-A38B-FE478C250B4F}"/>
              </a:ext>
            </a:extLst>
          </p:cNvPr>
          <p:cNvCxnSpPr>
            <a:cxnSpLocks/>
          </p:cNvCxnSpPr>
          <p:nvPr/>
        </p:nvCxnSpPr>
        <p:spPr>
          <a:xfrm>
            <a:off x="10270081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773BEE-E9C0-211C-71D5-203CCA67FF7F}"/>
              </a:ext>
            </a:extLst>
          </p:cNvPr>
          <p:cNvSpPr txBox="1"/>
          <p:nvPr/>
        </p:nvSpPr>
        <p:spPr>
          <a:xfrm>
            <a:off x="7688203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256250-EED8-28D0-EE03-1DA3AEEB582A}"/>
              </a:ext>
            </a:extLst>
          </p:cNvPr>
          <p:cNvSpPr txBox="1"/>
          <p:nvPr/>
        </p:nvSpPr>
        <p:spPr>
          <a:xfrm>
            <a:off x="1022820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779253-DB89-4E86-8F45-F7DBCC5982AB}"/>
              </a:ext>
            </a:extLst>
          </p:cNvPr>
          <p:cNvSpPr txBox="1"/>
          <p:nvPr/>
        </p:nvSpPr>
        <p:spPr>
          <a:xfrm>
            <a:off x="7753789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D99754-F8B1-9D46-3099-3B428D914C5A}"/>
              </a:ext>
            </a:extLst>
          </p:cNvPr>
          <p:cNvSpPr txBox="1"/>
          <p:nvPr/>
        </p:nvSpPr>
        <p:spPr>
          <a:xfrm>
            <a:off x="10250237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9735114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7F4A04-97BC-79D8-2181-BB1B4BCFF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33C72BA-F99C-DA0E-5C3C-0F79961BAEBE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3630F1-7F9B-73A7-031F-041BF671FB06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A88F99-3965-EE56-0F88-18C3ED49E0A1}"/>
              </a:ext>
            </a:extLst>
          </p:cNvPr>
          <p:cNvCxnSpPr/>
          <p:nvPr/>
        </p:nvCxnSpPr>
        <p:spPr>
          <a:xfrm>
            <a:off x="532384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76286326-5540-00AF-4BD6-2DC225DBB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425" y="934194"/>
            <a:ext cx="4334234" cy="5452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63819D-4B3F-36FD-4B41-7CAF2E94E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347" y="935548"/>
            <a:ext cx="4297680" cy="5674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183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909C39-4823-BF17-4242-ACDDC0FE3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1C5A79A-364F-1ADC-B3ED-65F235F5D075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BDF677-29C8-7E74-6A28-152963EC02D5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6BB674-6809-B80E-6D44-017C01749D2A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B302D493-D75A-BC2B-E8B7-2A76D9099F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595" b="6495"/>
          <a:stretch>
            <a:fillRect/>
          </a:stretch>
        </p:blipFill>
        <p:spPr>
          <a:xfrm>
            <a:off x="267547" y="1717369"/>
            <a:ext cx="5245789" cy="4429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9AAF05-1694-3B40-994F-363AC5DA5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297" y="1708903"/>
            <a:ext cx="5438478" cy="4429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1626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65EFAD-AE3E-F3F4-8292-1F932C673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711F8F6-D198-937F-DE1B-DD835D20D86D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31857F-0C95-8C79-B074-535057B12048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7677FFC-63C8-9811-2542-E247C7B967D5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7722647-A2B5-B2F5-DA94-71F9FCC0D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0160" y="1643434"/>
            <a:ext cx="5270569" cy="43594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176950B-6D82-F64C-249F-1604293148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647" y="1702701"/>
            <a:ext cx="5290098" cy="4359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6476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3CC694-FCD2-8DBF-980F-07D8734EA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071DC13-6BD6-06A3-32D5-E50BC5F2118C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1E8D49-A0E4-D39D-B683-037C4F7F14A2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61D1B1A-B652-18CF-6C43-6A45F2956671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3AE3B11-AA85-522A-FAAE-CDF61F82C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484" y="1643435"/>
            <a:ext cx="5315906" cy="44440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8CE7BA-7BD0-B73F-20CD-FAF49E01C0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22942"/>
            <a:ext cx="5178638" cy="4423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077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F11027-94DF-DBB2-AC04-B2C469565C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01216" y="0"/>
            <a:ext cx="10389567" cy="6858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55674A-1AE7-A274-D14D-D0B450A99306}"/>
              </a:ext>
            </a:extLst>
          </p:cNvPr>
          <p:cNvSpPr txBox="1"/>
          <p:nvPr/>
        </p:nvSpPr>
        <p:spPr>
          <a:xfrm>
            <a:off x="696493" y="397933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FD460D-8253-B87A-FB31-8DC99686CD1C}"/>
              </a:ext>
            </a:extLst>
          </p:cNvPr>
          <p:cNvSpPr txBox="1"/>
          <p:nvPr/>
        </p:nvSpPr>
        <p:spPr>
          <a:xfrm>
            <a:off x="5926752" y="397933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0D2D0E-090B-6D7F-9F96-E71F2B91F6D4}"/>
              </a:ext>
            </a:extLst>
          </p:cNvPr>
          <p:cNvSpPr txBox="1"/>
          <p:nvPr/>
        </p:nvSpPr>
        <p:spPr>
          <a:xfrm>
            <a:off x="696493" y="313266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DCE6EB-92A1-C661-5902-B76342434721}"/>
              </a:ext>
            </a:extLst>
          </p:cNvPr>
          <p:cNvSpPr txBox="1"/>
          <p:nvPr/>
        </p:nvSpPr>
        <p:spPr>
          <a:xfrm>
            <a:off x="5926752" y="2937933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60729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931</TotalTime>
  <Words>54</Words>
  <Application>Microsoft Office PowerPoint</Application>
  <PresentationFormat>Widescreen</PresentationFormat>
  <Paragraphs>54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Melinarskiy, B. (Bar)</dc:creator>
  <cp:lastModifiedBy>Melinarskiy, B. (Bar)</cp:lastModifiedBy>
  <cp:revision>18</cp:revision>
  <dcterms:created xsi:type="dcterms:W3CDTF">2025-09-16T13:10:23Z</dcterms:created>
  <dcterms:modified xsi:type="dcterms:W3CDTF">2025-10-20T19:06:55Z</dcterms:modified>
</cp:coreProperties>
</file>