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61" r:id="rId6"/>
    <p:sldId id="262" r:id="rId7"/>
    <p:sldId id="267" r:id="rId8"/>
    <p:sldId id="260" r:id="rId9"/>
    <p:sldId id="259" r:id="rId10"/>
    <p:sldId id="264" r:id="rId11"/>
    <p:sldId id="265" r:id="rId12"/>
    <p:sldId id="266" r:id="rId13"/>
    <p:sldId id="263" r:id="rId14"/>
    <p:sldId id="270" r:id="rId15"/>
    <p:sldId id="271" r:id="rId16"/>
    <p:sldId id="272" r:id="rId17"/>
    <p:sldId id="273" r:id="rId18"/>
    <p:sldId id="274" r:id="rId19"/>
    <p:sldId id="275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-24" y="-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AFDB7-E992-8717-AD7F-E8793BE5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8C6F0-F32D-5269-0F34-DBB6713CF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01FCB-90CA-A443-496A-96B00CFA1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2724-5741-B543-CB96-4DFB3A67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A0461-7B45-2363-5479-E36F4033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1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2F5D-6FEB-330E-4939-4016B5C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6026B-364A-CE36-2F87-4FC5EF6B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C5C41-7A82-CD47-7F49-37C004F1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5A43A-5421-04DF-C3B5-913F964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EA9B2-E9FC-7A74-8ABF-089991C4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D1C0-C515-9E0D-6646-1ED49C334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1AAE-1F33-927F-8D06-DEEB88516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5647-6D0A-0C5A-B402-8B32E1A74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6BBA-B014-AFC2-822F-619E2B0A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C13D5-3E5B-CD71-392B-558811F7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5197-8A25-5B20-00E0-121BAF303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410E-F435-B5F8-D909-E9C1C3E9EF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99265-1647-D8DE-3CA4-2D8CE8EC5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078F-6BF9-D7CC-092D-49478A848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7A804-3D3B-046D-755B-F74E20645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2540B-3625-33A4-C506-3EB57D73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52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B02C-F9AA-39C5-2E2E-5250255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71E26-0AC6-C7B8-CA87-439A914C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3FC34-B660-2DD1-5A56-D7829671E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D68B4-C18C-40B7-2158-3BA0139A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18777A-A6EE-2B78-16B8-3405EBB40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A1FF-1D27-5071-B119-B99E883D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318AC-298A-EA36-F720-80F450E3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80C204-B28F-45CD-C329-2840730E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6DF3-70D9-8D0A-EADC-C8BCD3A34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AA8BA-12F8-97DF-D266-583BD235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C786D-DE08-E3B6-AE63-3C6832B70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882-8AED-392C-98BF-A04C6B06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13A39-E1B9-4209-7109-92C0C658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6C3D9E-0E01-5DD3-B249-4A16AD20F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A5A91-08C5-5651-CBD6-D377F02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2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AD10-2B8B-F61E-F3F6-810C33BC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46E-A727-CE5E-288F-416BA0318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FCB50-D487-5DA4-CE4A-1B92F8F73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1553E-19BC-EC9D-7448-939DE7955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39928-E4B7-33E7-1A7B-BE300417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3CFC-6A30-3E3E-CE67-DB836137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4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5105A-0703-508E-C838-5736C0F9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25EBE8-22A2-387C-5D16-FD2A3BE62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46C9-408B-0300-A93A-0E99FFE88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7FB83-A768-66D4-FA2E-1F5D93F1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70015-D3BA-AD4E-4B96-1D904BDB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704E1-4461-38EC-734D-1B509FF7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04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2296-C694-C4C5-8692-1BA6E25F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DABEA-4A95-E8E6-7855-E5C0A01E1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D754B-797B-E0C5-5C5D-F629B1E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0E18B-BEE3-806B-597D-A2364274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DECEA-074C-8092-0E6A-898DE39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19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DBC5D7-4D86-C9F0-5018-94955BF29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2B121-9EDA-5D73-2F21-DD1592E5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272-689D-2953-2389-157AF03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40055-25F0-737A-185B-8CFB7800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F31A-ACEE-990C-3569-199A1C79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61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4A2FE-C976-EE5F-B24E-2583A4A8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320BA-3943-E40F-2261-6E63FB9DD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29AD-47E1-725C-799B-928337E15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C54B2-02AF-4F32-9526-487D6CDB273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E9237-AE93-3CD8-4B48-0EDEF7DAF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4E93-5572-E9ED-FF98-DFBDAF8FA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4D6CD3-908F-91CD-D55C-C923E585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31" y="643467"/>
            <a:ext cx="2938737" cy="5571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FBB5E-FBD5-EEEC-9A76-7FD70323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34" y="643467"/>
            <a:ext cx="2994448" cy="5571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258273-BA8E-2F3D-0034-FF268A0B4F49}"/>
              </a:ext>
            </a:extLst>
          </p:cNvPr>
          <p:cNvSpPr txBox="1"/>
          <p:nvPr/>
        </p:nvSpPr>
        <p:spPr>
          <a:xfrm>
            <a:off x="365760" y="1036320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BE0B5C-7274-2B83-1638-192737E17359}"/>
              </a:ext>
            </a:extLst>
          </p:cNvPr>
          <p:cNvSpPr txBox="1"/>
          <p:nvPr/>
        </p:nvSpPr>
        <p:spPr>
          <a:xfrm>
            <a:off x="5811520" y="834777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DDD1ED-2174-9354-D3F2-05A2F336BD52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3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91F7C-088D-832D-06FE-B7C50D5C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687A277-5FDF-38F6-7E9F-7B2B9C07BEB7}"/>
              </a:ext>
            </a:extLst>
          </p:cNvPr>
          <p:cNvSpPr txBox="1"/>
          <p:nvPr/>
        </p:nvSpPr>
        <p:spPr>
          <a:xfrm>
            <a:off x="273160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A53F1-9BD1-0326-338F-C2F28CDFDEF5}"/>
              </a:ext>
            </a:extLst>
          </p:cNvPr>
          <p:cNvSpPr txBox="1"/>
          <p:nvPr/>
        </p:nvSpPr>
        <p:spPr>
          <a:xfrm>
            <a:off x="24775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7BF59A-3C51-5F15-0E9D-C969644CD858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0AD5947-DA41-BF78-F3F0-DE46C101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46" y="91791"/>
            <a:ext cx="7950200" cy="34403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B1525A-BBCF-7BA7-69B6-05A37B5C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31" y="3949623"/>
            <a:ext cx="3373500" cy="2743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447AD2-BAC2-5010-B23A-18811290F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07" y="3888067"/>
            <a:ext cx="335880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7663FE-DAB8-A29B-7C4B-6253F2704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837" y="3888067"/>
            <a:ext cx="3645870" cy="2743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0A98D6-8B81-5C61-988A-760650438897}"/>
              </a:ext>
            </a:extLst>
          </p:cNvPr>
          <p:cNvSpPr txBox="1"/>
          <p:nvPr/>
        </p:nvSpPr>
        <p:spPr>
          <a:xfrm>
            <a:off x="4162962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B8A53E-DAB0-9D9E-4165-71A8CF3AB839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C6448-8042-CACB-6433-D3EE2F88CE0E}"/>
              </a:ext>
            </a:extLst>
          </p:cNvPr>
          <p:cNvCxnSpPr/>
          <p:nvPr/>
        </p:nvCxnSpPr>
        <p:spPr>
          <a:xfrm>
            <a:off x="4162962" y="3539812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E273439-5C54-DA96-0294-8C534D4A02A9}"/>
              </a:ext>
            </a:extLst>
          </p:cNvPr>
          <p:cNvCxnSpPr/>
          <p:nvPr/>
        </p:nvCxnSpPr>
        <p:spPr>
          <a:xfrm>
            <a:off x="8404776" y="3556743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26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ECEE6-21E9-33B1-CCFD-93E62941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B9F01C-1F8D-9CCB-2570-7078322CEF48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71CB6-A2BA-4975-45C2-1885751EA745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D681B-58A3-8D66-22F8-F4ADE1D221EF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4D9E80-7FBE-C986-6908-4B0C6509B79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9D940A-8967-1E1E-6569-4E2B01F93B1E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BD7DF4-4DE9-AE54-DFA0-9BC37AF09566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024C137-6835-0DC4-ECEC-74BAF100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55" y="98413"/>
            <a:ext cx="3917025" cy="31478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75D59-7342-6B5A-8935-8CC6687E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23" y="98413"/>
            <a:ext cx="4603639" cy="314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CC025D-3F1A-924C-8062-7CA4618CF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74" y="3576718"/>
            <a:ext cx="4750387" cy="32607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C8D5B1-2639-1B39-55EA-751C4A87A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194" y="3540269"/>
            <a:ext cx="4549545" cy="323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01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913BEF-3C04-43D5-7024-263B6CF7F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B9EF2FC-A990-D32B-89E9-D50A899FCC47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5820C2-45AA-6942-B395-3B2D8C1FEB1D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11B9CD-E25D-E0C9-3062-7B92F237CE5D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774763C-189B-9A90-A92D-B78BED01F6A1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B305F4-ADA3-C2CC-CF11-113A5B0FE1A5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071B693-3BA2-E506-DC8A-010D2F3F764B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F308971-8116-AD5F-0E54-4B4588584A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737" y="82908"/>
            <a:ext cx="5420979" cy="3268649"/>
          </a:xfrm>
          <a:prstGeom prst="rect">
            <a:avLst/>
          </a:prstGeom>
        </p:spPr>
      </p:pic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512541B-2C80-FFA1-03A2-E5B0247C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480" y="3532395"/>
            <a:ext cx="3895315" cy="3290258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F8A9AF-91C1-CAD6-B6C6-FF6FF5C294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360" y="3505412"/>
            <a:ext cx="4520914" cy="3317241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3355F4F-4D5E-8484-C8F2-B2503AB549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015" y="12194"/>
            <a:ext cx="4331642" cy="335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4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22BCA4-01DC-B39B-4A07-3D297F6A9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59F6A6F-3C2B-7923-B894-7A388FDC52F7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201CA-7562-F9AD-89FF-E5FC1629E2CB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98CDD7-8086-B8BC-63E1-853D6938D9E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F4C8B4-17A8-D132-11D6-90C3CCB756EB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0602D-85A8-5A1C-22CE-A2DEB81EAA38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6FD1F00-26ED-FD9A-95AE-E365E45EDD3D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207647-D634-7B7F-3ECD-43BB7891AC18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4E52E5B-EC63-DCD7-56A4-4D0CFDE26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38"/>
          <a:stretch>
            <a:fillRect/>
          </a:stretch>
        </p:blipFill>
        <p:spPr>
          <a:xfrm>
            <a:off x="8275301" y="4219419"/>
            <a:ext cx="3861862" cy="22999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755B18-9B45-C21A-3D70-74E43230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7" y="606951"/>
            <a:ext cx="3887664" cy="22965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FC0421A-031B-8CA3-CD9B-73421A7C7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245" y="504766"/>
            <a:ext cx="4065863" cy="24617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BB89A6-8F47-23AA-E89C-B19C602F84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3" r="1433"/>
          <a:stretch>
            <a:fillRect/>
          </a:stretch>
        </p:blipFill>
        <p:spPr>
          <a:xfrm>
            <a:off x="8311659" y="573083"/>
            <a:ext cx="3777925" cy="232516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FCE2910-F271-0CF1-B1E2-F7AD4A40FD8F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F5218EC-7704-88B7-1E23-311A2124513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415" r="4228"/>
          <a:stretch>
            <a:fillRect/>
          </a:stretch>
        </p:blipFill>
        <p:spPr>
          <a:xfrm>
            <a:off x="50766" y="4183981"/>
            <a:ext cx="3927712" cy="252161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8A7A27E-056C-467C-C206-0F0EC639309F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0F007F5-1ADD-704C-C1D4-37BDE0BC0C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5337" y="4160956"/>
            <a:ext cx="4045306" cy="23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945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0DBB1C-7EA2-D251-BF63-3329A66F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2C876EA-E28C-562E-5473-96711DB0EBC3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6D7EAA-2347-FEFF-BD71-4AB980A08CC9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C4F49-F5C4-B485-4804-8AAF72D799A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7DD8FA-A0DC-85AC-26F4-6522C91EE1E0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66A111-0271-A403-968E-F127E69B427E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FE97797-4E3F-FCA9-1AC5-54E87AC312B0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72AC3AE-1005-6E30-F23C-460BBC816E44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293707-5BF7-4298-40E8-A6040B75E610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E21828-3164-98DE-8854-4E7FA9620757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A7A6FF-3F68-369F-4DE8-A0671C914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" y="611199"/>
            <a:ext cx="3945452" cy="22997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FE7E6E-3625-97BF-C72A-CAADB2A70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928" y="529401"/>
            <a:ext cx="4026903" cy="2463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2FD74A-408B-861D-0901-8745E85F5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530" y="642493"/>
            <a:ext cx="3953003" cy="22371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F4C5F72-D4F7-0D35-37E5-CD84B77D9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980" y="4166938"/>
            <a:ext cx="3995047" cy="23254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B11E96-4F05-79C1-D974-5E2BADFCC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9919" y="4127784"/>
            <a:ext cx="4111342" cy="257236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9E7A611-C51B-9591-33DD-F7640F4043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6425" y="4203987"/>
            <a:ext cx="3804278" cy="2275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76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BFB66A-07F8-EC02-977A-9554AA7B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52BFAD3-BD42-C4E0-676B-4C07BC08E395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9AC3E7-C7F4-5A22-B19B-29E52DA3597F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1A283E-3398-9EBC-0FBD-9D515CD603D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7D879C4-326D-DC69-37D8-28FDFE22ACAC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10EB7F-0527-5027-555D-F95730B7F690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0584E7-82EE-D38C-19D0-D253CEAE9474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6C7256-2EDA-D407-D437-C5E8B701E961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E503E22-ADF0-9791-56BA-D0885AA27F84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AE94C9-AE6D-4291-BAAC-A62B66990BA0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6D315C-52C5-17AD-CC61-ABCE8BDDB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3" y="871262"/>
            <a:ext cx="3836335" cy="2219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0E4059-9CFA-682E-218F-D1FABD558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213" y="714023"/>
            <a:ext cx="3751347" cy="24233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3916699-A8B4-E6A9-1118-6E59D5841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6539" y="793271"/>
            <a:ext cx="3888811" cy="22078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3FC27E0-8D7E-593C-244C-99F7BC4D8E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3" y="4368967"/>
            <a:ext cx="3652524" cy="19827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C61D572-6E51-F455-050F-E6066F9EC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6776" y="4238765"/>
            <a:ext cx="3828784" cy="193721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7059C8F-027E-51DF-DC67-E5759D8528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460" y="4158469"/>
            <a:ext cx="3887890" cy="204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252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950FF-3071-E731-00A9-33A21852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CCA579-FC3A-CEE2-B3DD-5F5698F1C9F9}"/>
              </a:ext>
            </a:extLst>
          </p:cNvPr>
          <p:cNvSpPr txBox="1"/>
          <p:nvPr/>
        </p:nvSpPr>
        <p:spPr>
          <a:xfrm>
            <a:off x="19351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60456A-857B-9ACB-252F-E357EDED5FD2}"/>
              </a:ext>
            </a:extLst>
          </p:cNvPr>
          <p:cNvSpPr txBox="1"/>
          <p:nvPr/>
        </p:nvSpPr>
        <p:spPr>
          <a:xfrm>
            <a:off x="260726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6D6C0C-F0C2-B100-15CA-EF41573F4EFE}"/>
              </a:ext>
            </a:extLst>
          </p:cNvPr>
          <p:cNvCxnSpPr>
            <a:cxnSpLocks/>
          </p:cNvCxnSpPr>
          <p:nvPr/>
        </p:nvCxnSpPr>
        <p:spPr>
          <a:xfrm>
            <a:off x="27575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22C83A-6711-51EA-140F-F26DED670A69}"/>
              </a:ext>
            </a:extLst>
          </p:cNvPr>
          <p:cNvSpPr txBox="1"/>
          <p:nvPr/>
        </p:nvSpPr>
        <p:spPr>
          <a:xfrm>
            <a:off x="-1451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E85BDC-4BF8-4D73-247B-A3FC6D7618C5}"/>
              </a:ext>
            </a:extLst>
          </p:cNvPr>
          <p:cNvSpPr txBox="1"/>
          <p:nvPr/>
        </p:nvSpPr>
        <p:spPr>
          <a:xfrm>
            <a:off x="261619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470A528-4143-0CB3-2D0B-78B0E2319874}"/>
              </a:ext>
            </a:extLst>
          </p:cNvPr>
          <p:cNvCxnSpPr>
            <a:cxnSpLocks/>
          </p:cNvCxnSpPr>
          <p:nvPr/>
        </p:nvCxnSpPr>
        <p:spPr>
          <a:xfrm>
            <a:off x="265006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58C932A-7D5A-A7BD-BA8F-64628AB463EF}"/>
              </a:ext>
            </a:extLst>
          </p:cNvPr>
          <p:cNvSpPr txBox="1"/>
          <p:nvPr/>
        </p:nvSpPr>
        <p:spPr>
          <a:xfrm>
            <a:off x="5156202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5257A0-A505-1633-ADEC-53BBA3E57560}"/>
              </a:ext>
            </a:extLst>
          </p:cNvPr>
          <p:cNvSpPr txBox="1"/>
          <p:nvPr/>
        </p:nvSpPr>
        <p:spPr>
          <a:xfrm>
            <a:off x="5198075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C500DC-A80D-423C-4BDB-C49C4787DAD4}"/>
              </a:ext>
            </a:extLst>
          </p:cNvPr>
          <p:cNvCxnSpPr>
            <a:cxnSpLocks/>
          </p:cNvCxnSpPr>
          <p:nvPr/>
        </p:nvCxnSpPr>
        <p:spPr>
          <a:xfrm>
            <a:off x="5190070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CA52EC-FF61-6C22-9139-A15F78DA9DFB}"/>
              </a:ext>
            </a:extLst>
          </p:cNvPr>
          <p:cNvCxnSpPr>
            <a:cxnSpLocks/>
          </p:cNvCxnSpPr>
          <p:nvPr/>
        </p:nvCxnSpPr>
        <p:spPr>
          <a:xfrm>
            <a:off x="773007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DD44C7-C93E-7FCE-A38B-FE478C250B4F}"/>
              </a:ext>
            </a:extLst>
          </p:cNvPr>
          <p:cNvCxnSpPr>
            <a:cxnSpLocks/>
          </p:cNvCxnSpPr>
          <p:nvPr/>
        </p:nvCxnSpPr>
        <p:spPr>
          <a:xfrm>
            <a:off x="10270081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773BEE-E9C0-211C-71D5-203CCA67FF7F}"/>
              </a:ext>
            </a:extLst>
          </p:cNvPr>
          <p:cNvSpPr txBox="1"/>
          <p:nvPr/>
        </p:nvSpPr>
        <p:spPr>
          <a:xfrm>
            <a:off x="7688203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56250-EED8-28D0-EE03-1DA3AEEB582A}"/>
              </a:ext>
            </a:extLst>
          </p:cNvPr>
          <p:cNvSpPr txBox="1"/>
          <p:nvPr/>
        </p:nvSpPr>
        <p:spPr>
          <a:xfrm>
            <a:off x="1022820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79253-DB89-4E86-8F45-F7DBCC5982AB}"/>
              </a:ext>
            </a:extLst>
          </p:cNvPr>
          <p:cNvSpPr txBox="1"/>
          <p:nvPr/>
        </p:nvSpPr>
        <p:spPr>
          <a:xfrm>
            <a:off x="7753789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99754-F8B1-9D46-3099-3B428D914C5A}"/>
              </a:ext>
            </a:extLst>
          </p:cNvPr>
          <p:cNvSpPr txBox="1"/>
          <p:nvPr/>
        </p:nvSpPr>
        <p:spPr>
          <a:xfrm>
            <a:off x="1025023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973511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F4A04-97BC-79D8-2181-BB1B4BCF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3C72BA-F99C-DA0E-5C3C-0F79961BAEB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630F1-7F9B-73A7-031F-041BF671FB06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A88F99-3965-EE56-0F88-18C3ED49E0A1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6286326-5540-00AF-4BD6-2DC225DBB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425" y="934194"/>
            <a:ext cx="4334234" cy="545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63819D-4B3F-36FD-4B41-7CAF2E94E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47" y="935548"/>
            <a:ext cx="4297680" cy="567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8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09C39-4823-BF17-4242-ACDDC0FE3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1C5A79A-364F-1ADC-B3ED-65F235F5D075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BDF677-29C8-7E74-6A28-152963EC02D5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6BB674-6809-B80E-6D44-017C01749D2A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302D493-D75A-BC2B-E8B7-2A76D9099F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595" b="6495"/>
          <a:stretch>
            <a:fillRect/>
          </a:stretch>
        </p:blipFill>
        <p:spPr>
          <a:xfrm>
            <a:off x="267547" y="1717369"/>
            <a:ext cx="5245789" cy="4429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9AAF05-1694-3B40-994F-363AC5DA5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97" y="1708903"/>
            <a:ext cx="5438478" cy="4429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62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5EFAD-AE3E-F3F4-8292-1F932C67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11F8F6-D198-937F-DE1B-DD835D20D86D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31857F-0C95-8C79-B074-535057B12048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7677FFC-63C8-9811-2542-E247C7B967D5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7722647-A2B5-B2F5-DA94-71F9FCC0D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160" y="1643434"/>
            <a:ext cx="5270569" cy="4359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76950B-6D82-F64C-249F-160429314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47" y="1702701"/>
            <a:ext cx="5290098" cy="4359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47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3CC694-FCD2-8DBF-980F-07D8734E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071DC13-6BD6-06A3-32D5-E50BC5F2118C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E8D49-A0E4-D39D-B683-037C4F7F14A2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1D1B1A-B652-18CF-6C43-6A45F2956671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3AE3B11-AA85-522A-FAAE-CDF61F82C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84" y="1643435"/>
            <a:ext cx="5315906" cy="44440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8CE7BA-7BD0-B73F-20CD-FAF49E01C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22942"/>
            <a:ext cx="5178638" cy="442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07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F11027-94DF-DBB2-AC04-B2C469565C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1216" y="0"/>
            <a:ext cx="10389567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55674A-1AE7-A274-D14D-D0B450A99306}"/>
              </a:ext>
            </a:extLst>
          </p:cNvPr>
          <p:cNvSpPr txBox="1"/>
          <p:nvPr/>
        </p:nvSpPr>
        <p:spPr>
          <a:xfrm>
            <a:off x="696493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FD460D-8253-B87A-FB31-8DC99686CD1C}"/>
              </a:ext>
            </a:extLst>
          </p:cNvPr>
          <p:cNvSpPr txBox="1"/>
          <p:nvPr/>
        </p:nvSpPr>
        <p:spPr>
          <a:xfrm>
            <a:off x="5926752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D2D0E-090B-6D7F-9F96-E71F2B91F6D4}"/>
              </a:ext>
            </a:extLst>
          </p:cNvPr>
          <p:cNvSpPr txBox="1"/>
          <p:nvPr/>
        </p:nvSpPr>
        <p:spPr>
          <a:xfrm>
            <a:off x="696493" y="313266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DCE6EB-92A1-C661-5902-B76342434721}"/>
              </a:ext>
            </a:extLst>
          </p:cNvPr>
          <p:cNvSpPr txBox="1"/>
          <p:nvPr/>
        </p:nvSpPr>
        <p:spPr>
          <a:xfrm>
            <a:off x="5926752" y="293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607299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85825-608E-E2CF-B5DA-6B03F24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117CA9-B114-5D9E-4D9D-CC60F5BA75F4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E8860F-2665-97BB-E61E-C51F71646908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21D9634-018D-E032-2E99-EF6502C04A93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09E529C-C558-16F1-9A58-B15E68A912A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07EAD8-973A-A6B4-6897-D4B066EBD0F2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1B304D-308E-65F3-203B-93D1FC37D0DC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D7FF150-AD73-3CC8-BF3C-16432301C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910" y="38272"/>
            <a:ext cx="4862290" cy="32453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C0E5B6-CB40-2B8E-C168-388287268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8734" y="3546399"/>
            <a:ext cx="5087870" cy="33826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E38F0E-B8D6-EF1A-0A58-D82EB63872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48" y="3519054"/>
            <a:ext cx="5035852" cy="333894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AF4095A-481F-AE9C-3F42-697AF09BD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5371" y="185284"/>
            <a:ext cx="5279257" cy="315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039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3C9A4-19D4-9F3F-CB87-A7638E7F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8A99A60-661D-2FCA-6A5B-986486A3B15F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50096-46BE-0A76-69B6-A7B3204F6208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31F78B-5A84-F649-60B3-D211F0487C96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20E6807-D8CE-C4A1-F99D-FE376EF9F0B0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7AD629-252F-03CA-621D-45452A766EEC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0D8D0D-2591-0F6F-7B91-4C28483DAE2D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C46696-73C5-9696-B8ED-18D7F8EEA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68" y="76200"/>
            <a:ext cx="4792132" cy="3167300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962A27A-DE50-D2FC-B109-391D550C2A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989" y="740533"/>
            <a:ext cx="5830635" cy="19550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5C9445E-080B-68F8-D4DB-741117806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286" y="3504682"/>
            <a:ext cx="4594313" cy="32517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1F91216-BDEB-47D7-F88D-A2F29834B8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5804" y="3504682"/>
            <a:ext cx="4698996" cy="329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918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5A0BA-AA86-9A6C-0991-08DE4BDCF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9E338-B6E0-4BF1-837B-AE2FF54FE4B8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DA721B-4B8E-58A4-0666-30EF1806C50C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1CC43C-3633-7CF9-9CF0-D5C4D6E80F18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729FD703-A2A6-7421-C373-023190B77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564" y="1827981"/>
            <a:ext cx="6258561" cy="34952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C9D5A-71A9-6DED-AB1C-A02FA9764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1938867"/>
            <a:ext cx="5631716" cy="3107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293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BB220-DC60-654C-4A65-D95D3A946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7A133C8-6FA4-8719-5FA9-F42871E2F1EE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B0A405-21A5-A9AE-5F39-60B194D3E05E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DE1D329-5412-52D2-E48C-EDAA1BD1B932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14C270A-9D2D-44B0-5F6E-777C8F78FBC7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047229-060F-EE8B-804F-A2CAA64A7556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BA5E0E4-090E-F112-46FE-C46AB70E7581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5512F36-7FA6-6750-8258-ACD7EC328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526" y="126105"/>
            <a:ext cx="5364223" cy="3166530"/>
          </a:xfrm>
          <a:prstGeom prst="rect">
            <a:avLst/>
          </a:prstGeom>
        </p:spPr>
      </p:pic>
      <p:pic>
        <p:nvPicPr>
          <p:cNvPr id="7" name="Picture 6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BD88E7D8-A058-50C5-D55D-BC3FA64D52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005" y="47163"/>
            <a:ext cx="4973305" cy="3330055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61A903-4E66-5B3F-A917-472DA4AD29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176" y="3475460"/>
            <a:ext cx="5045021" cy="33314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5D1FC7D-B7D8-9C70-4359-2804E1FE89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351" y="3624592"/>
            <a:ext cx="5223900" cy="3182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1564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0EBEE-4002-8CAD-8D01-A508A093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682A1B7-C4F4-AF08-58B8-7EB71B741E8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B7090E-B77E-3A14-7782-5EC521FB1B71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E1426D5-F7C9-C4FA-5CEF-5A73212BE88A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FD652A2-C3B9-2C3B-D4BE-7AEA88F4EE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3" t="2104" r="5594" b="2175"/>
          <a:stretch>
            <a:fillRect/>
          </a:stretch>
        </p:blipFill>
        <p:spPr>
          <a:xfrm>
            <a:off x="5969000" y="1532752"/>
            <a:ext cx="6096000" cy="42838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93EF32-83B5-F51B-9F64-BB0286BEF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896533"/>
            <a:ext cx="5712483" cy="3479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647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11837-1A03-C75F-D96E-E72CAC64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75778C-53D3-0C0D-7121-6B9583D57C14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6DFE77-BC07-54AA-7DF9-9A835DFEEB9C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2B0ABC-CE6F-9D84-DBBF-E7CACDEAEB55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746157F-8965-E1BB-168F-B6DE9F61E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9" y="1900766"/>
            <a:ext cx="5600262" cy="3297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237856-C45D-DA30-2E8D-D13737912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5355" y="1711168"/>
            <a:ext cx="6326937" cy="4211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0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E32F3-114F-E9F5-FD69-F6FA6FC52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AFFA4EF-398A-1659-311B-93331991B7D8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B54E04-02C0-C9D3-F6FC-C5AB8DDC282C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8F48F27-A302-6507-C816-C36465997655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8612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2537</TotalTime>
  <Words>74</Words>
  <Application>Microsoft Office PowerPoint</Application>
  <PresentationFormat>Widescreen</PresentationFormat>
  <Paragraphs>74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Melinarskiy, B. (Bar)</dc:creator>
  <cp:lastModifiedBy>Melinarskiy, B. (Bar)</cp:lastModifiedBy>
  <cp:revision>25</cp:revision>
  <dcterms:created xsi:type="dcterms:W3CDTF">2025-09-16T13:10:23Z</dcterms:created>
  <dcterms:modified xsi:type="dcterms:W3CDTF">2025-11-09T10:28:08Z</dcterms:modified>
</cp:coreProperties>
</file>