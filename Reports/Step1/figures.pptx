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FDB7-E992-8717-AD7F-E8793BE5D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8C6F0-F32D-5269-0F34-DBB6713CF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1FCB-90CA-A443-496A-96B00CFA1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2724-5741-B543-CB96-4DFB3A67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0461-7B45-2363-5479-E36F4033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1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2F5D-6FEB-330E-4939-4016B5C8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6026B-364A-CE36-2F87-4FC5EF6B9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C5C41-7A82-CD47-7F49-37C004F1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5A43A-5421-04DF-C3B5-913F9647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EA9B2-E9FC-7A74-8ABF-089991C4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D1C0-C515-9E0D-6646-1ED49C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1AAE-1F33-927F-8D06-DEEB88516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C5647-6D0A-0C5A-B402-8B32E1A7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6BBA-B014-AFC2-822F-619E2B0A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C13D5-3E5B-CD71-392B-558811F7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3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5197-8A25-5B20-00E0-121BAF30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410E-F435-B5F8-D909-E9C1C3E9E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99265-1647-D8DE-3CA4-2D8CE8EC5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6078F-6BF9-D7CC-092D-49478A84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7A804-3D3B-046D-755B-F74E2064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2540B-3625-33A4-C506-3EB57D73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5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B02C-F9AA-39C5-2E2E-52502556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71E26-0AC6-C7B8-CA87-439A914C8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3FC34-B660-2DD1-5A56-D7829671E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D68B4-C18C-40B7-2158-3BA0139A3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8777A-A6EE-2B78-16B8-3405EBB40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33A1FF-1D27-5071-B119-B99E883D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4318AC-298A-EA36-F720-80F450E3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0C204-B28F-45CD-C329-2840730E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6DF3-70D9-8D0A-EADC-C8BCD3A3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AA8BA-12F8-97DF-D266-583BD2356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C786D-DE08-E3B6-AE63-3C6832B7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FF882-8AED-392C-98BF-A04C6B06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13A39-E1B9-4209-7109-92C0C658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C3D9E-0E01-5DD3-B249-4A16AD20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A5A91-08C5-5651-CBD6-D377F02C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2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AD10-2B8B-F61E-F3F6-810C33BC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4A46E-A727-CE5E-288F-416BA0318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FCB50-D487-5DA4-CE4A-1B92F8F73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1553E-19BC-EC9D-7448-939DE795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39928-E4B7-33E7-1A7B-BE300417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23CFC-6A30-3E3E-CE67-DB836137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4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105A-0703-508E-C838-5736C0F9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25EBE8-22A2-387C-5D16-FD2A3BE62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D46C9-408B-0300-A93A-0E99FFE88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7FB83-A768-66D4-FA2E-1F5D93F1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70015-D3BA-AD4E-4B96-1D904BDB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704E1-4461-38EC-734D-1B509FF7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04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92296-C694-C4C5-8692-1BA6E25FE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DABEA-4A95-E8E6-7855-E5C0A01E1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D754B-797B-E0C5-5C5D-F629B1E2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0E18B-BEE3-806B-597D-A2364274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DECEA-074C-8092-0E6A-898DE392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19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BC5D7-4D86-C9F0-5018-94955BF29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2B121-9EDA-5D73-2F21-DD1592E5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ED272-689D-2953-2389-157AF03A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40055-25F0-737A-185B-8CFB7800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9F31A-ACEE-990C-3569-199A1C79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6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4A2FE-C976-EE5F-B24E-2583A4A8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320BA-3943-E40F-2261-6E63FB9DD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29AD-47E1-725C-799B-928337E15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C54B2-02AF-4F32-9526-487D6CDB273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E9237-AE93-3CD8-4B48-0EDEF7DAF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34E93-5572-E9ED-FF98-DFBDAF8FA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0D1DC-EDD2-423E-9144-67B4BBEC0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5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4D6CD3-908F-91CD-D55C-C923E585D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31" y="643467"/>
            <a:ext cx="2938737" cy="5571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FBB5E-FBD5-EEEC-9A76-7FD703235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234" y="643467"/>
            <a:ext cx="2994448" cy="55710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258273-BA8E-2F3D-0034-FF268A0B4F49}"/>
              </a:ext>
            </a:extLst>
          </p:cNvPr>
          <p:cNvSpPr txBox="1"/>
          <p:nvPr/>
        </p:nvSpPr>
        <p:spPr>
          <a:xfrm>
            <a:off x="365760" y="1036320"/>
            <a:ext cx="54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E0B5C-7274-2B83-1638-192737E17359}"/>
              </a:ext>
            </a:extLst>
          </p:cNvPr>
          <p:cNvSpPr txBox="1"/>
          <p:nvPr/>
        </p:nvSpPr>
        <p:spPr>
          <a:xfrm>
            <a:off x="5811520" y="834777"/>
            <a:ext cx="54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DDD1ED-2174-9354-D3F2-05A2F336BD52}"/>
              </a:ext>
            </a:extLst>
          </p:cNvPr>
          <p:cNvCxnSpPr/>
          <p:nvPr/>
        </p:nvCxnSpPr>
        <p:spPr>
          <a:xfrm>
            <a:off x="5323840" y="558800"/>
            <a:ext cx="0" cy="56557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302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91F7C-088D-832D-06FE-B7C50D5C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687A277-5FDF-38F6-7E9F-7B2B9C07BEB7}"/>
              </a:ext>
            </a:extLst>
          </p:cNvPr>
          <p:cNvSpPr txBox="1"/>
          <p:nvPr/>
        </p:nvSpPr>
        <p:spPr>
          <a:xfrm>
            <a:off x="273160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A53F1-9BD1-0326-338F-C2F28CDFDEF5}"/>
              </a:ext>
            </a:extLst>
          </p:cNvPr>
          <p:cNvSpPr txBox="1"/>
          <p:nvPr/>
        </p:nvSpPr>
        <p:spPr>
          <a:xfrm>
            <a:off x="247759" y="3636146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7BF59A-3C51-5F15-0E9D-C969644CD858}"/>
              </a:ext>
            </a:extLst>
          </p:cNvPr>
          <p:cNvCxnSpPr>
            <a:cxnSpLocks/>
          </p:cNvCxnSpPr>
          <p:nvPr/>
        </p:nvCxnSpPr>
        <p:spPr>
          <a:xfrm>
            <a:off x="0" y="3532093"/>
            <a:ext cx="12192000" cy="246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0AD5947-DA41-BF78-F3F0-DE46C1012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246" y="91791"/>
            <a:ext cx="7950200" cy="34403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B1525A-BBCF-7BA7-69B6-05A37B5C6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1" y="3949623"/>
            <a:ext cx="3373500" cy="2743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447AD2-BAC2-5010-B23A-18811290F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1707" y="3888067"/>
            <a:ext cx="3358800" cy="2743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7663FE-DAB8-A29B-7C4B-6253F2704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837" y="3888067"/>
            <a:ext cx="3645870" cy="2743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60A98D6-8B81-5C61-988A-760650438897}"/>
              </a:ext>
            </a:extLst>
          </p:cNvPr>
          <p:cNvSpPr txBox="1"/>
          <p:nvPr/>
        </p:nvSpPr>
        <p:spPr>
          <a:xfrm>
            <a:off x="4162962" y="3636146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8A53E-DAB0-9D9E-4165-71A8CF3AB839}"/>
              </a:ext>
            </a:extLst>
          </p:cNvPr>
          <p:cNvSpPr txBox="1"/>
          <p:nvPr/>
        </p:nvSpPr>
        <p:spPr>
          <a:xfrm>
            <a:off x="8362429" y="3636146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DC6448-8042-CACB-6433-D3EE2F88CE0E}"/>
              </a:ext>
            </a:extLst>
          </p:cNvPr>
          <p:cNvCxnSpPr/>
          <p:nvPr/>
        </p:nvCxnSpPr>
        <p:spPr>
          <a:xfrm>
            <a:off x="4162962" y="3539812"/>
            <a:ext cx="0" cy="331818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273439-5C54-DA96-0294-8C534D4A02A9}"/>
              </a:ext>
            </a:extLst>
          </p:cNvPr>
          <p:cNvCxnSpPr/>
          <p:nvPr/>
        </p:nvCxnSpPr>
        <p:spPr>
          <a:xfrm>
            <a:off x="8404776" y="3556743"/>
            <a:ext cx="0" cy="331818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22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ECEE6-21E9-33B1-CCFD-93E62941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B9F01C-1F8D-9CCB-2570-7078322CEF48}"/>
              </a:ext>
            </a:extLst>
          </p:cNvPr>
          <p:cNvSpPr txBox="1"/>
          <p:nvPr/>
        </p:nvSpPr>
        <p:spPr>
          <a:xfrm>
            <a:off x="87087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71CB6-A2BA-4975-45C2-1885751EA745}"/>
              </a:ext>
            </a:extLst>
          </p:cNvPr>
          <p:cNvSpPr txBox="1"/>
          <p:nvPr/>
        </p:nvSpPr>
        <p:spPr>
          <a:xfrm>
            <a:off x="6135183" y="-17417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1D681B-58A3-8D66-22F8-F4ADE1D221EF}"/>
              </a:ext>
            </a:extLst>
          </p:cNvPr>
          <p:cNvCxnSpPr>
            <a:cxnSpLocks/>
          </p:cNvCxnSpPr>
          <p:nvPr/>
        </p:nvCxnSpPr>
        <p:spPr>
          <a:xfrm>
            <a:off x="78377" y="3416675"/>
            <a:ext cx="12192000" cy="246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44D9E80-7FBE-C986-6908-4B0C6509B798}"/>
              </a:ext>
            </a:extLst>
          </p:cNvPr>
          <p:cNvSpPr txBox="1"/>
          <p:nvPr/>
        </p:nvSpPr>
        <p:spPr>
          <a:xfrm>
            <a:off x="87087" y="3480782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9D940A-8967-1E1E-6569-4E2B01F93B1E}"/>
              </a:ext>
            </a:extLst>
          </p:cNvPr>
          <p:cNvSpPr txBox="1"/>
          <p:nvPr/>
        </p:nvSpPr>
        <p:spPr>
          <a:xfrm>
            <a:off x="6135183" y="3480782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BD7DF4-4DE9-AE54-DFA0-9BC37AF09566}"/>
              </a:ext>
            </a:extLst>
          </p:cNvPr>
          <p:cNvCxnSpPr>
            <a:cxnSpLocks/>
          </p:cNvCxnSpPr>
          <p:nvPr/>
        </p:nvCxnSpPr>
        <p:spPr>
          <a:xfrm>
            <a:off x="6096000" y="2064"/>
            <a:ext cx="0" cy="68728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024C137-6835-0DC4-ECEC-74BAF1007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55" y="98413"/>
            <a:ext cx="3917025" cy="3147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175D59-7342-6B5A-8935-8CC6687E3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23" y="98413"/>
            <a:ext cx="4603639" cy="3147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CC025D-3F1A-924C-8062-7CA4618C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74" y="3576718"/>
            <a:ext cx="4750387" cy="32607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C8D5B1-2639-1B39-55EA-751C4A87A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194" y="3540269"/>
            <a:ext cx="4549545" cy="32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1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2BCA4-01DC-B39B-4A07-3D297F6A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59F6A6F-3C2B-7923-B894-7A388FDC52F7}"/>
              </a:ext>
            </a:extLst>
          </p:cNvPr>
          <p:cNvSpPr txBox="1"/>
          <p:nvPr/>
        </p:nvSpPr>
        <p:spPr>
          <a:xfrm>
            <a:off x="2227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C201CA-7562-F9AD-89FF-E5FC1629E2CB}"/>
              </a:ext>
            </a:extLst>
          </p:cNvPr>
          <p:cNvSpPr txBox="1"/>
          <p:nvPr/>
        </p:nvSpPr>
        <p:spPr>
          <a:xfrm>
            <a:off x="27625" y="3636146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98CDD7-8086-B8BC-63E1-853D6938D9E7}"/>
              </a:ext>
            </a:extLst>
          </p:cNvPr>
          <p:cNvCxnSpPr>
            <a:cxnSpLocks/>
          </p:cNvCxnSpPr>
          <p:nvPr/>
        </p:nvCxnSpPr>
        <p:spPr>
          <a:xfrm>
            <a:off x="0" y="3532093"/>
            <a:ext cx="12192000" cy="246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F4C8B4-17A8-D132-11D6-90C3CCB756EB}"/>
              </a:ext>
            </a:extLst>
          </p:cNvPr>
          <p:cNvSpPr txBox="1"/>
          <p:nvPr/>
        </p:nvSpPr>
        <p:spPr>
          <a:xfrm>
            <a:off x="4027495" y="3593811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0602D-85A8-5A1C-22CE-A2DEB81EAA38}"/>
              </a:ext>
            </a:extLst>
          </p:cNvPr>
          <p:cNvSpPr txBox="1"/>
          <p:nvPr/>
        </p:nvSpPr>
        <p:spPr>
          <a:xfrm>
            <a:off x="8362429" y="3636146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6FD1F00-26ED-FD9A-95AE-E365E45EDD3D}"/>
              </a:ext>
            </a:extLst>
          </p:cNvPr>
          <p:cNvCxnSpPr>
            <a:cxnSpLocks/>
          </p:cNvCxnSpPr>
          <p:nvPr/>
        </p:nvCxnSpPr>
        <p:spPr>
          <a:xfrm>
            <a:off x="4019023" y="-1"/>
            <a:ext cx="0" cy="685800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207647-D634-7B7F-3ECD-43BB7891AC18}"/>
              </a:ext>
            </a:extLst>
          </p:cNvPr>
          <p:cNvCxnSpPr/>
          <p:nvPr/>
        </p:nvCxnSpPr>
        <p:spPr>
          <a:xfrm>
            <a:off x="8193106" y="-24669"/>
            <a:ext cx="0" cy="697687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4E52E5B-EC63-DCD7-56A4-4D0CFDE2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8"/>
          <a:stretch>
            <a:fillRect/>
          </a:stretch>
        </p:blipFill>
        <p:spPr>
          <a:xfrm>
            <a:off x="8275301" y="4219419"/>
            <a:ext cx="3861862" cy="2299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755B18-9B45-C21A-3D70-74E432300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7" y="606951"/>
            <a:ext cx="3887664" cy="22965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C0421A-031B-8CA3-CD9B-73421A7C7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245" y="504766"/>
            <a:ext cx="4065863" cy="24617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BB89A6-8F47-23AA-E89C-B19C602F84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263" r="1433"/>
          <a:stretch>
            <a:fillRect/>
          </a:stretch>
        </p:blipFill>
        <p:spPr>
          <a:xfrm>
            <a:off x="8311659" y="573083"/>
            <a:ext cx="3777925" cy="23251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CE2910-F271-0CF1-B1E2-F7AD4A40FD8F}"/>
              </a:ext>
            </a:extLst>
          </p:cNvPr>
          <p:cNvSpPr txBox="1"/>
          <p:nvPr/>
        </p:nvSpPr>
        <p:spPr>
          <a:xfrm>
            <a:off x="4072462" y="-1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F5218EC-7704-88B7-1E23-311A212451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15" r="4228"/>
          <a:stretch>
            <a:fillRect/>
          </a:stretch>
        </p:blipFill>
        <p:spPr>
          <a:xfrm>
            <a:off x="50766" y="4183981"/>
            <a:ext cx="3927712" cy="252161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8A7A27E-056C-467C-C206-0F0EC639309F}"/>
              </a:ext>
            </a:extLst>
          </p:cNvPr>
          <p:cNvSpPr txBox="1"/>
          <p:nvPr/>
        </p:nvSpPr>
        <p:spPr>
          <a:xfrm>
            <a:off x="8246539" y="16932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0F007F5-1ADD-704C-C1D4-37BDE0BC0C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5337" y="4160956"/>
            <a:ext cx="4045306" cy="23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45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DBB1C-7EA2-D251-BF63-3329A66F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C876EA-E28C-562E-5473-96711DB0EBC3}"/>
              </a:ext>
            </a:extLst>
          </p:cNvPr>
          <p:cNvSpPr txBox="1"/>
          <p:nvPr/>
        </p:nvSpPr>
        <p:spPr>
          <a:xfrm>
            <a:off x="2227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6D7EAA-2347-FEFF-BD71-4AB980A08CC9}"/>
              </a:ext>
            </a:extLst>
          </p:cNvPr>
          <p:cNvSpPr txBox="1"/>
          <p:nvPr/>
        </p:nvSpPr>
        <p:spPr>
          <a:xfrm>
            <a:off x="27625" y="3636146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C4F49-F5C4-B485-4804-8AAF72D799A7}"/>
              </a:ext>
            </a:extLst>
          </p:cNvPr>
          <p:cNvCxnSpPr>
            <a:cxnSpLocks/>
          </p:cNvCxnSpPr>
          <p:nvPr/>
        </p:nvCxnSpPr>
        <p:spPr>
          <a:xfrm>
            <a:off x="0" y="3532093"/>
            <a:ext cx="12192000" cy="246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7DD8FA-A0DC-85AC-26F4-6522C91EE1E0}"/>
              </a:ext>
            </a:extLst>
          </p:cNvPr>
          <p:cNvSpPr txBox="1"/>
          <p:nvPr/>
        </p:nvSpPr>
        <p:spPr>
          <a:xfrm>
            <a:off x="4027495" y="3593811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66A111-0271-A403-968E-F127E69B427E}"/>
              </a:ext>
            </a:extLst>
          </p:cNvPr>
          <p:cNvSpPr txBox="1"/>
          <p:nvPr/>
        </p:nvSpPr>
        <p:spPr>
          <a:xfrm>
            <a:off x="8362429" y="3636146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E97797-4E3F-FCA9-1AC5-54E87AC312B0}"/>
              </a:ext>
            </a:extLst>
          </p:cNvPr>
          <p:cNvCxnSpPr>
            <a:cxnSpLocks/>
          </p:cNvCxnSpPr>
          <p:nvPr/>
        </p:nvCxnSpPr>
        <p:spPr>
          <a:xfrm>
            <a:off x="4019023" y="-1"/>
            <a:ext cx="0" cy="685800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72AC3AE-1005-6E30-F23C-460BBC816E44}"/>
              </a:ext>
            </a:extLst>
          </p:cNvPr>
          <p:cNvCxnSpPr/>
          <p:nvPr/>
        </p:nvCxnSpPr>
        <p:spPr>
          <a:xfrm>
            <a:off x="8193106" y="-24669"/>
            <a:ext cx="0" cy="697687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293707-5BF7-4298-40E8-A6040B75E610}"/>
              </a:ext>
            </a:extLst>
          </p:cNvPr>
          <p:cNvSpPr txBox="1"/>
          <p:nvPr/>
        </p:nvSpPr>
        <p:spPr>
          <a:xfrm>
            <a:off x="4072462" y="-1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E21828-3164-98DE-8854-4E7FA9620757}"/>
              </a:ext>
            </a:extLst>
          </p:cNvPr>
          <p:cNvSpPr txBox="1"/>
          <p:nvPr/>
        </p:nvSpPr>
        <p:spPr>
          <a:xfrm>
            <a:off x="8246539" y="16932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A7A6FF-3F68-369F-4DE8-A0671C914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7" y="611199"/>
            <a:ext cx="3945452" cy="22997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FE7E6E-3625-97BF-C72A-CAADB2A70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928" y="529401"/>
            <a:ext cx="4026903" cy="24633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2FD74A-408B-861D-0901-8745E85F5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530" y="642493"/>
            <a:ext cx="3953003" cy="22371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4C5F72-D4F7-0D35-37E5-CD84B77D9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80" y="4166938"/>
            <a:ext cx="3995047" cy="23254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B11E96-4F05-79C1-D974-5E2BADFCC9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919" y="4127784"/>
            <a:ext cx="4111342" cy="25723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E7A611-C51B-9591-33DD-F7640F4043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6425" y="4203987"/>
            <a:ext cx="3804278" cy="22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76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950FF-3071-E731-00A9-33A21852B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CCA579-FC3A-CEE2-B3DD-5F5698F1C9F9}"/>
              </a:ext>
            </a:extLst>
          </p:cNvPr>
          <p:cNvSpPr txBox="1"/>
          <p:nvPr/>
        </p:nvSpPr>
        <p:spPr>
          <a:xfrm>
            <a:off x="19351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60456A-857B-9ACB-252F-E357EDED5FD2}"/>
              </a:ext>
            </a:extLst>
          </p:cNvPr>
          <p:cNvSpPr txBox="1"/>
          <p:nvPr/>
        </p:nvSpPr>
        <p:spPr>
          <a:xfrm>
            <a:off x="2607267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6D6C0C-F0C2-B100-15CA-EF41573F4EFE}"/>
              </a:ext>
            </a:extLst>
          </p:cNvPr>
          <p:cNvCxnSpPr>
            <a:cxnSpLocks/>
          </p:cNvCxnSpPr>
          <p:nvPr/>
        </p:nvCxnSpPr>
        <p:spPr>
          <a:xfrm>
            <a:off x="27575" y="3416675"/>
            <a:ext cx="12192000" cy="246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22C83A-6711-51EA-140F-F26DED670A69}"/>
              </a:ext>
            </a:extLst>
          </p:cNvPr>
          <p:cNvSpPr txBox="1"/>
          <p:nvPr/>
        </p:nvSpPr>
        <p:spPr>
          <a:xfrm>
            <a:off x="-14517" y="3424479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E85BDC-4BF8-4D73-247B-A3FC6D7618C5}"/>
              </a:ext>
            </a:extLst>
          </p:cNvPr>
          <p:cNvSpPr txBox="1"/>
          <p:nvPr/>
        </p:nvSpPr>
        <p:spPr>
          <a:xfrm>
            <a:off x="2616197" y="3424479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70A528-4143-0CB3-2D0B-78B0E2319874}"/>
              </a:ext>
            </a:extLst>
          </p:cNvPr>
          <p:cNvCxnSpPr>
            <a:cxnSpLocks/>
          </p:cNvCxnSpPr>
          <p:nvPr/>
        </p:nvCxnSpPr>
        <p:spPr>
          <a:xfrm>
            <a:off x="2650065" y="-7433"/>
            <a:ext cx="0" cy="68728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58C932A-7D5A-A7BD-BA8F-64628AB463EF}"/>
              </a:ext>
            </a:extLst>
          </p:cNvPr>
          <p:cNvSpPr txBox="1"/>
          <p:nvPr/>
        </p:nvSpPr>
        <p:spPr>
          <a:xfrm>
            <a:off x="5156202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257A0-A505-1633-ADEC-53BBA3E57560}"/>
              </a:ext>
            </a:extLst>
          </p:cNvPr>
          <p:cNvSpPr txBox="1"/>
          <p:nvPr/>
        </p:nvSpPr>
        <p:spPr>
          <a:xfrm>
            <a:off x="5198075" y="3424479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C500DC-A80D-423C-4BDB-C49C4787DAD4}"/>
              </a:ext>
            </a:extLst>
          </p:cNvPr>
          <p:cNvCxnSpPr>
            <a:cxnSpLocks/>
          </p:cNvCxnSpPr>
          <p:nvPr/>
        </p:nvCxnSpPr>
        <p:spPr>
          <a:xfrm>
            <a:off x="5190070" y="-7433"/>
            <a:ext cx="0" cy="68728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CA52EC-FF61-6C22-9139-A15F78DA9DFB}"/>
              </a:ext>
            </a:extLst>
          </p:cNvPr>
          <p:cNvCxnSpPr>
            <a:cxnSpLocks/>
          </p:cNvCxnSpPr>
          <p:nvPr/>
        </p:nvCxnSpPr>
        <p:spPr>
          <a:xfrm>
            <a:off x="7730075" y="-7433"/>
            <a:ext cx="0" cy="68728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DD44C7-C93E-7FCE-A38B-FE478C250B4F}"/>
              </a:ext>
            </a:extLst>
          </p:cNvPr>
          <p:cNvCxnSpPr>
            <a:cxnSpLocks/>
          </p:cNvCxnSpPr>
          <p:nvPr/>
        </p:nvCxnSpPr>
        <p:spPr>
          <a:xfrm>
            <a:off x="10270081" y="-7433"/>
            <a:ext cx="0" cy="68728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773BEE-E9C0-211C-71D5-203CCA67FF7F}"/>
              </a:ext>
            </a:extLst>
          </p:cNvPr>
          <p:cNvSpPr txBox="1"/>
          <p:nvPr/>
        </p:nvSpPr>
        <p:spPr>
          <a:xfrm>
            <a:off x="7688203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56250-EED8-28D0-EE03-1DA3AEEB582A}"/>
              </a:ext>
            </a:extLst>
          </p:cNvPr>
          <p:cNvSpPr txBox="1"/>
          <p:nvPr/>
        </p:nvSpPr>
        <p:spPr>
          <a:xfrm>
            <a:off x="10228207" y="0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79253-DB89-4E86-8F45-F7DBCC5982AB}"/>
              </a:ext>
            </a:extLst>
          </p:cNvPr>
          <p:cNvSpPr txBox="1"/>
          <p:nvPr/>
        </p:nvSpPr>
        <p:spPr>
          <a:xfrm>
            <a:off x="7753789" y="3424479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D99754-F8B1-9D46-3099-3B428D914C5A}"/>
              </a:ext>
            </a:extLst>
          </p:cNvPr>
          <p:cNvSpPr txBox="1"/>
          <p:nvPr/>
        </p:nvSpPr>
        <p:spPr>
          <a:xfrm>
            <a:off x="10250237" y="3424479"/>
            <a:ext cx="54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97351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F4A04-97BC-79D8-2181-BB1B4BCFF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3C72BA-F99C-DA0E-5C3C-0F79961BAEBE}"/>
              </a:ext>
            </a:extLst>
          </p:cNvPr>
          <p:cNvSpPr txBox="1"/>
          <p:nvPr/>
        </p:nvSpPr>
        <p:spPr>
          <a:xfrm>
            <a:off x="314958" y="935548"/>
            <a:ext cx="54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630F1-7F9B-73A7-031F-041BF671FB06}"/>
              </a:ext>
            </a:extLst>
          </p:cNvPr>
          <p:cNvSpPr txBox="1"/>
          <p:nvPr/>
        </p:nvSpPr>
        <p:spPr>
          <a:xfrm>
            <a:off x="5811520" y="935548"/>
            <a:ext cx="54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A88F99-3965-EE56-0F88-18C3ED49E0A1}"/>
              </a:ext>
            </a:extLst>
          </p:cNvPr>
          <p:cNvCxnSpPr/>
          <p:nvPr/>
        </p:nvCxnSpPr>
        <p:spPr>
          <a:xfrm>
            <a:off x="5323840" y="558800"/>
            <a:ext cx="0" cy="56557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6286326-5540-00AF-4BD6-2DC225DBB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425" y="934194"/>
            <a:ext cx="4334234" cy="5452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63819D-4B3F-36FD-4B41-7CAF2E94E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47" y="935548"/>
            <a:ext cx="4297680" cy="567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8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34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Melinarskiy, B. (Bar)</dc:creator>
  <cp:lastModifiedBy>Melinarskiy, B. (Bar)</cp:lastModifiedBy>
  <cp:revision>10</cp:revision>
  <dcterms:created xsi:type="dcterms:W3CDTF">2025-09-16T13:10:23Z</dcterms:created>
  <dcterms:modified xsi:type="dcterms:W3CDTF">2025-10-07T12:16:11Z</dcterms:modified>
</cp:coreProperties>
</file>