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8" r:id="rId5"/>
    <p:sldId id="261" r:id="rId6"/>
    <p:sldId id="262" r:id="rId7"/>
    <p:sldId id="267" r:id="rId8"/>
    <p:sldId id="260" r:id="rId9"/>
    <p:sldId id="259" r:id="rId10"/>
    <p:sldId id="264" r:id="rId11"/>
    <p:sldId id="265" r:id="rId12"/>
    <p:sldId id="266" r:id="rId13"/>
    <p:sldId id="263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69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AFDB7-E992-8717-AD7F-E8793BE5DC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18C6F0-F32D-5269-0F34-DBB6713CF5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01FCB-90CA-A443-496A-96B00CFA17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692724-5741-B543-CB96-4DFB3A67D6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2A0461-7B45-2363-5479-E36F4033AF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616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8D2F5D-6FEB-330E-4939-4016B5C8A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46026B-364A-CE36-2F87-4FC5EF6B9A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8C5C41-7A82-CD47-7F49-37C004F1F2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15A43A-5421-04DF-C3B5-913F96478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CEA9B2-E9FC-7A74-8ABF-089991C46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2264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99D1C0-C515-9E0D-6646-1ED49C334F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F91AAE-1F33-927F-8D06-DEEB885162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0C5647-6D0A-0C5A-B402-8B32E1A74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F56BBA-B014-AFC2-822F-619E2B0AD8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1C13D5-3E5B-CD71-392B-558811F7A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91353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625197-8A25-5B20-00E0-121BAF303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01410E-F435-B5F8-D909-E9C1C3E9EF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B99265-1647-D8DE-3CA4-2D8CE8EC5C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96078F-6BF9-D7CC-092D-49478A848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C7A804-3D3B-046D-755B-F74E20645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62540B-3625-33A4-C506-3EB57D738D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6521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AB02C-F9AA-39C5-2E2E-52502556AD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571E26-0AC6-C7B8-CA87-439A914C84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B3FC34-B660-2DD1-5A56-D7829671E5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DD68B4-C18C-40B7-2158-3BA0139A30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18777A-A6EE-2B78-16B8-3405EBB40B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533A1FF-1D27-5071-B119-B99E883D42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B4318AC-298A-EA36-F720-80F450E35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580C204-B28F-45CD-C329-2840730E7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17251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06DF3-70D9-8D0A-EADC-C8BCD3A34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E1AA8BA-12F8-97DF-D266-583BD23562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5C786D-DE08-E3B6-AE63-3C6832B70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3FF882-8AED-392C-98BF-A04C6B06F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6832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C13A39-E1B9-4209-7109-92C0C6585B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6C3D9E-0E01-5DD3-B249-4A16AD20FE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6A5A91-08C5-5651-CBD6-D377F02CD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820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1DAD10-2B8B-F61E-F3F6-810C33BC7B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D4A46E-A727-CE5E-288F-416BA03182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4FCB50-D487-5DA4-CE4A-1B92F8F731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01553E-19BC-EC9D-7448-939DE7955F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539928-E4B7-33E7-1A7B-BE300417F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123CFC-6A30-3E3E-CE67-DB836137F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749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5105A-0703-508E-C838-5736C0F9D0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25EBE8-22A2-387C-5D16-FD2A3BE622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3D46C9-408B-0300-A93A-0E99FFE884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D7FB83-A768-66D4-FA2E-1F5D93F14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970015-D3BA-AD4E-4B96-1D904BDBF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6704E1-4461-38EC-734D-1B509FF7C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17048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92296-C694-C4C5-8692-1BA6E25FE9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EDABEA-4A95-E8E6-7855-E5C0A01E1C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1D754B-797B-E0C5-5C5D-F629B1E2D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30E18B-BEE3-806B-597D-A23642745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6DECEA-074C-8092-0E6A-898DE392E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4194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CDBC5D7-4D86-C9F0-5018-94955BF295B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002B121-9EDA-5D73-2F21-DD1592E5AD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5ED272-689D-2953-2389-157AF03AD8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A40055-25F0-737A-185B-8CFB78001E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79F31A-ACEE-990C-3569-199A1C795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7614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8D4A2FE-C976-EE5F-B24E-2583A4A882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6320BA-3943-E40F-2261-6E63FB9DD9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2C29AD-47E1-725C-799B-928337E157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0C54B2-02AF-4F32-9526-487D6CDB273B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FE9237-AE93-3CD8-4B48-0EDEF7DAF4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834E93-5572-E9ED-FF98-DFBDAF8FA3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3581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44D6CD3-908F-91CD-D55C-C923E585D7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931" y="643467"/>
            <a:ext cx="2938737" cy="557106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99FBB5E-FBD5-EEEC-9A76-7FD7032357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5234" y="643467"/>
            <a:ext cx="2994448" cy="557106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3258273-BA8E-2F3D-0034-FF268A0B4F49}"/>
              </a:ext>
            </a:extLst>
          </p:cNvPr>
          <p:cNvSpPr txBox="1"/>
          <p:nvPr/>
        </p:nvSpPr>
        <p:spPr>
          <a:xfrm>
            <a:off x="365760" y="1036320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BE0B5C-7274-2B83-1638-192737E17359}"/>
              </a:ext>
            </a:extLst>
          </p:cNvPr>
          <p:cNvSpPr txBox="1"/>
          <p:nvPr/>
        </p:nvSpPr>
        <p:spPr>
          <a:xfrm>
            <a:off x="5811520" y="834777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2DDD1ED-2174-9354-D3F2-05A2F336BD52}"/>
              </a:ext>
            </a:extLst>
          </p:cNvPr>
          <p:cNvCxnSpPr/>
          <p:nvPr/>
        </p:nvCxnSpPr>
        <p:spPr>
          <a:xfrm>
            <a:off x="5323840" y="558800"/>
            <a:ext cx="0" cy="565573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6302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D91F7C-088D-832D-06FE-B7C50D5CD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687A277-5FDF-38F6-7E9F-7B2B9C07BEB7}"/>
              </a:ext>
            </a:extLst>
          </p:cNvPr>
          <p:cNvSpPr txBox="1"/>
          <p:nvPr/>
        </p:nvSpPr>
        <p:spPr>
          <a:xfrm>
            <a:off x="273160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6A53F1-9BD1-0326-338F-C2F28CDFDEF5}"/>
              </a:ext>
            </a:extLst>
          </p:cNvPr>
          <p:cNvSpPr txBox="1"/>
          <p:nvPr/>
        </p:nvSpPr>
        <p:spPr>
          <a:xfrm>
            <a:off x="247759" y="3636146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17BF59A-3C51-5F15-0E9D-C969644CD858}"/>
              </a:ext>
            </a:extLst>
          </p:cNvPr>
          <p:cNvCxnSpPr>
            <a:cxnSpLocks/>
          </p:cNvCxnSpPr>
          <p:nvPr/>
        </p:nvCxnSpPr>
        <p:spPr>
          <a:xfrm>
            <a:off x="0" y="3532093"/>
            <a:ext cx="12192000" cy="2465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80AD5947-DA41-BF78-F3F0-DE46C10125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7246" y="91791"/>
            <a:ext cx="7950200" cy="344030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5B1525A-BBCF-7BA7-69B6-05A37B5C69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931" y="3949623"/>
            <a:ext cx="3373500" cy="27432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E447AD2-BAC2-5010-B23A-18811290F4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1707" y="3888067"/>
            <a:ext cx="3358800" cy="27432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07663FE-DAB8-A29B-7C4B-6253F2704A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4837" y="3888067"/>
            <a:ext cx="3645870" cy="274320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560A98D6-8B81-5C61-988A-760650438897}"/>
              </a:ext>
            </a:extLst>
          </p:cNvPr>
          <p:cNvSpPr txBox="1"/>
          <p:nvPr/>
        </p:nvSpPr>
        <p:spPr>
          <a:xfrm>
            <a:off x="4162962" y="3636146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C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0B8A53E-DAB0-9D9E-4165-71A8CF3AB839}"/>
              </a:ext>
            </a:extLst>
          </p:cNvPr>
          <p:cNvSpPr txBox="1"/>
          <p:nvPr/>
        </p:nvSpPr>
        <p:spPr>
          <a:xfrm>
            <a:off x="8362429" y="3636146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9DC6448-8042-CACB-6433-D3EE2F88CE0E}"/>
              </a:ext>
            </a:extLst>
          </p:cNvPr>
          <p:cNvCxnSpPr/>
          <p:nvPr/>
        </p:nvCxnSpPr>
        <p:spPr>
          <a:xfrm>
            <a:off x="4162962" y="3539812"/>
            <a:ext cx="0" cy="331818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E273439-5C54-DA96-0294-8C534D4A02A9}"/>
              </a:ext>
            </a:extLst>
          </p:cNvPr>
          <p:cNvCxnSpPr/>
          <p:nvPr/>
        </p:nvCxnSpPr>
        <p:spPr>
          <a:xfrm>
            <a:off x="8404776" y="3556743"/>
            <a:ext cx="0" cy="331818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22268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7ECEE6-21E9-33B1-CCFD-93E629413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7B9F01C-1F8D-9CCB-2570-7078322CEF48}"/>
              </a:ext>
            </a:extLst>
          </p:cNvPr>
          <p:cNvSpPr txBox="1"/>
          <p:nvPr/>
        </p:nvSpPr>
        <p:spPr>
          <a:xfrm>
            <a:off x="87087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471CB6-A2BA-4975-45C2-1885751EA745}"/>
              </a:ext>
            </a:extLst>
          </p:cNvPr>
          <p:cNvSpPr txBox="1"/>
          <p:nvPr/>
        </p:nvSpPr>
        <p:spPr>
          <a:xfrm>
            <a:off x="6135183" y="-17417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D1D681B-58A3-8D66-22F8-F4ADE1D221EF}"/>
              </a:ext>
            </a:extLst>
          </p:cNvPr>
          <p:cNvCxnSpPr>
            <a:cxnSpLocks/>
          </p:cNvCxnSpPr>
          <p:nvPr/>
        </p:nvCxnSpPr>
        <p:spPr>
          <a:xfrm>
            <a:off x="78377" y="3416675"/>
            <a:ext cx="12192000" cy="2465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544D9E80-7FBE-C986-6908-4B0C6509B798}"/>
              </a:ext>
            </a:extLst>
          </p:cNvPr>
          <p:cNvSpPr txBox="1"/>
          <p:nvPr/>
        </p:nvSpPr>
        <p:spPr>
          <a:xfrm>
            <a:off x="87087" y="3480782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C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D9D940A-8967-1E1E-6569-4E2B01F93B1E}"/>
              </a:ext>
            </a:extLst>
          </p:cNvPr>
          <p:cNvSpPr txBox="1"/>
          <p:nvPr/>
        </p:nvSpPr>
        <p:spPr>
          <a:xfrm>
            <a:off x="6135183" y="3480782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FBD7DF4-4DE9-AE54-DFA0-9BC37AF09566}"/>
              </a:ext>
            </a:extLst>
          </p:cNvPr>
          <p:cNvCxnSpPr>
            <a:cxnSpLocks/>
          </p:cNvCxnSpPr>
          <p:nvPr/>
        </p:nvCxnSpPr>
        <p:spPr>
          <a:xfrm>
            <a:off x="6096000" y="2064"/>
            <a:ext cx="0" cy="687286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1024C137-6835-0DC4-ECEC-74BAF1007B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655" y="98413"/>
            <a:ext cx="3917025" cy="314789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6175D59-7342-6B5A-8935-8CC6687E3F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9423" y="98413"/>
            <a:ext cx="4603639" cy="314789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ACC025D-3F1A-924C-8062-7CA4618CF6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6974" y="3576718"/>
            <a:ext cx="4750387" cy="326074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3C8D5B1-2639-1B39-55EA-751C4A87A2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6194" y="3540269"/>
            <a:ext cx="4549545" cy="3232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90169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F913BEF-3C04-43D5-7024-263B6CF7F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7B9EF2FC-A990-D32B-89E9-D50A899FCC47}"/>
              </a:ext>
            </a:extLst>
          </p:cNvPr>
          <p:cNvSpPr txBox="1"/>
          <p:nvPr/>
        </p:nvSpPr>
        <p:spPr>
          <a:xfrm>
            <a:off x="87087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5820C2-45AA-6942-B395-3B2D8C1FEB1D}"/>
              </a:ext>
            </a:extLst>
          </p:cNvPr>
          <p:cNvSpPr txBox="1"/>
          <p:nvPr/>
        </p:nvSpPr>
        <p:spPr>
          <a:xfrm>
            <a:off x="6135183" y="-17417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211B9CD-E25D-E0C9-3062-7B92F237CE5D}"/>
              </a:ext>
            </a:extLst>
          </p:cNvPr>
          <p:cNvCxnSpPr>
            <a:cxnSpLocks/>
          </p:cNvCxnSpPr>
          <p:nvPr/>
        </p:nvCxnSpPr>
        <p:spPr>
          <a:xfrm>
            <a:off x="78377" y="3416675"/>
            <a:ext cx="12192000" cy="2465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774763C-189B-9A90-A92D-B78BED01F6A1}"/>
              </a:ext>
            </a:extLst>
          </p:cNvPr>
          <p:cNvSpPr txBox="1"/>
          <p:nvPr/>
        </p:nvSpPr>
        <p:spPr>
          <a:xfrm>
            <a:off x="87087" y="3480782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C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5B305F4-ADA3-C2CC-CF11-113A5B0FE1A5}"/>
              </a:ext>
            </a:extLst>
          </p:cNvPr>
          <p:cNvSpPr txBox="1"/>
          <p:nvPr/>
        </p:nvSpPr>
        <p:spPr>
          <a:xfrm>
            <a:off x="6135183" y="3480782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071B693-3BA2-E506-DC8A-010D2F3F764B}"/>
              </a:ext>
            </a:extLst>
          </p:cNvPr>
          <p:cNvCxnSpPr>
            <a:cxnSpLocks/>
          </p:cNvCxnSpPr>
          <p:nvPr/>
        </p:nvCxnSpPr>
        <p:spPr>
          <a:xfrm>
            <a:off x="6096000" y="2064"/>
            <a:ext cx="0" cy="687286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F308971-8116-AD5F-0E54-4B4588584A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737" y="82908"/>
            <a:ext cx="5420979" cy="3268649"/>
          </a:xfrm>
          <a:prstGeom prst="rect">
            <a:avLst/>
          </a:prstGeom>
        </p:spPr>
      </p:pic>
      <p:pic>
        <p:nvPicPr>
          <p:cNvPr id="10" name="Picture 9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D512541B-2C80-FFA1-03A2-E5B0247C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0480" y="3532395"/>
            <a:ext cx="3895315" cy="3290258"/>
          </a:xfrm>
          <a:prstGeom prst="rect">
            <a:avLst/>
          </a:prstGeom>
        </p:spPr>
      </p:pic>
      <p:pic>
        <p:nvPicPr>
          <p:cNvPr id="13" name="Picture 1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BF8A9AF-91C1-CAD6-B6C6-FF6FF5C294D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5360" y="3505412"/>
            <a:ext cx="4520914" cy="3317241"/>
          </a:xfrm>
          <a:prstGeom prst="rect">
            <a:avLst/>
          </a:prstGeom>
        </p:spPr>
      </p:pic>
      <p:pic>
        <p:nvPicPr>
          <p:cNvPr id="16" name="Picture 1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3355F4F-4D5E-8484-C8F2-B2503AB5491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6015" y="12194"/>
            <a:ext cx="4331642" cy="3353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28489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22BCA4-01DC-B39B-4A07-3D297F6A9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259F6A6F-3C2B-7923-B894-7A388FDC52F7}"/>
              </a:ext>
            </a:extLst>
          </p:cNvPr>
          <p:cNvSpPr txBox="1"/>
          <p:nvPr/>
        </p:nvSpPr>
        <p:spPr>
          <a:xfrm>
            <a:off x="2227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C201CA-7562-F9AD-89FF-E5FC1629E2CB}"/>
              </a:ext>
            </a:extLst>
          </p:cNvPr>
          <p:cNvSpPr txBox="1"/>
          <p:nvPr/>
        </p:nvSpPr>
        <p:spPr>
          <a:xfrm>
            <a:off x="27625" y="3636146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898CDD7-8086-B8BC-63E1-853D6938D9E7}"/>
              </a:ext>
            </a:extLst>
          </p:cNvPr>
          <p:cNvCxnSpPr>
            <a:cxnSpLocks/>
          </p:cNvCxnSpPr>
          <p:nvPr/>
        </p:nvCxnSpPr>
        <p:spPr>
          <a:xfrm>
            <a:off x="0" y="3532093"/>
            <a:ext cx="12192000" cy="2465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FF4C8B4-17A8-D132-11D6-90C3CCB756EB}"/>
              </a:ext>
            </a:extLst>
          </p:cNvPr>
          <p:cNvSpPr txBox="1"/>
          <p:nvPr/>
        </p:nvSpPr>
        <p:spPr>
          <a:xfrm>
            <a:off x="4027495" y="3593811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F0602D-85A8-5A1C-22CE-A2DEB81EAA38}"/>
              </a:ext>
            </a:extLst>
          </p:cNvPr>
          <p:cNvSpPr txBox="1"/>
          <p:nvPr/>
        </p:nvSpPr>
        <p:spPr>
          <a:xfrm>
            <a:off x="8362429" y="3636146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F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6FD1F00-26ED-FD9A-95AE-E365E45EDD3D}"/>
              </a:ext>
            </a:extLst>
          </p:cNvPr>
          <p:cNvCxnSpPr>
            <a:cxnSpLocks/>
          </p:cNvCxnSpPr>
          <p:nvPr/>
        </p:nvCxnSpPr>
        <p:spPr>
          <a:xfrm>
            <a:off x="4019023" y="-1"/>
            <a:ext cx="0" cy="6858001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1207647-D634-7B7F-3ECD-43BB7891AC18}"/>
              </a:ext>
            </a:extLst>
          </p:cNvPr>
          <p:cNvCxnSpPr/>
          <p:nvPr/>
        </p:nvCxnSpPr>
        <p:spPr>
          <a:xfrm>
            <a:off x="8193106" y="-24669"/>
            <a:ext cx="0" cy="697687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44E52E5B-EC63-DCD7-56A4-4D0CFDE266E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438"/>
          <a:stretch>
            <a:fillRect/>
          </a:stretch>
        </p:blipFill>
        <p:spPr>
          <a:xfrm>
            <a:off x="8275301" y="4219419"/>
            <a:ext cx="3861862" cy="229991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1755B18-9B45-C21A-3D70-74E4323002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07" y="606951"/>
            <a:ext cx="3887664" cy="229653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FC0421A-031B-8CA3-CD9B-73421A7C76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9245" y="504766"/>
            <a:ext cx="4065863" cy="246179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9BB89A6-8F47-23AA-E89C-B19C602F842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4263" r="1433"/>
          <a:stretch>
            <a:fillRect/>
          </a:stretch>
        </p:blipFill>
        <p:spPr>
          <a:xfrm>
            <a:off x="8311659" y="573083"/>
            <a:ext cx="3777925" cy="232516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8FCE2910-F271-0CF1-B1E2-F7AD4A40FD8F}"/>
              </a:ext>
            </a:extLst>
          </p:cNvPr>
          <p:cNvSpPr txBox="1"/>
          <p:nvPr/>
        </p:nvSpPr>
        <p:spPr>
          <a:xfrm>
            <a:off x="4072462" y="-1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B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1F5218EC-7704-88B7-1E23-311A2124513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3415" r="4228"/>
          <a:stretch>
            <a:fillRect/>
          </a:stretch>
        </p:blipFill>
        <p:spPr>
          <a:xfrm>
            <a:off x="50766" y="4183981"/>
            <a:ext cx="3927712" cy="2521616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48A7A27E-056C-467C-C206-0F0EC639309F}"/>
              </a:ext>
            </a:extLst>
          </p:cNvPr>
          <p:cNvSpPr txBox="1"/>
          <p:nvPr/>
        </p:nvSpPr>
        <p:spPr>
          <a:xfrm>
            <a:off x="8246539" y="16932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C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90F007F5-1ADD-704C-C1D4-37BDE0BC0C0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85337" y="4160956"/>
            <a:ext cx="4045306" cy="235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49452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0DBB1C-7EA2-D251-BF63-3329A66F7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92C876EA-E28C-562E-5473-96711DB0EBC3}"/>
              </a:ext>
            </a:extLst>
          </p:cNvPr>
          <p:cNvSpPr txBox="1"/>
          <p:nvPr/>
        </p:nvSpPr>
        <p:spPr>
          <a:xfrm>
            <a:off x="2227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6D7EAA-2347-FEFF-BD71-4AB980A08CC9}"/>
              </a:ext>
            </a:extLst>
          </p:cNvPr>
          <p:cNvSpPr txBox="1"/>
          <p:nvPr/>
        </p:nvSpPr>
        <p:spPr>
          <a:xfrm>
            <a:off x="27625" y="3636146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C8C4F49-F5C4-B485-4804-8AAF72D799A7}"/>
              </a:ext>
            </a:extLst>
          </p:cNvPr>
          <p:cNvCxnSpPr>
            <a:cxnSpLocks/>
          </p:cNvCxnSpPr>
          <p:nvPr/>
        </p:nvCxnSpPr>
        <p:spPr>
          <a:xfrm>
            <a:off x="0" y="3532093"/>
            <a:ext cx="12192000" cy="2465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77DD8FA-A0DC-85AC-26F4-6522C91EE1E0}"/>
              </a:ext>
            </a:extLst>
          </p:cNvPr>
          <p:cNvSpPr txBox="1"/>
          <p:nvPr/>
        </p:nvSpPr>
        <p:spPr>
          <a:xfrm>
            <a:off x="4027495" y="3593811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066A111-0271-A403-968E-F127E69B427E}"/>
              </a:ext>
            </a:extLst>
          </p:cNvPr>
          <p:cNvSpPr txBox="1"/>
          <p:nvPr/>
        </p:nvSpPr>
        <p:spPr>
          <a:xfrm>
            <a:off x="8362429" y="3636146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F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FE97797-4E3F-FCA9-1AC5-54E87AC312B0}"/>
              </a:ext>
            </a:extLst>
          </p:cNvPr>
          <p:cNvCxnSpPr>
            <a:cxnSpLocks/>
          </p:cNvCxnSpPr>
          <p:nvPr/>
        </p:nvCxnSpPr>
        <p:spPr>
          <a:xfrm>
            <a:off x="4019023" y="-1"/>
            <a:ext cx="0" cy="6858001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72AC3AE-1005-6E30-F23C-460BBC816E44}"/>
              </a:ext>
            </a:extLst>
          </p:cNvPr>
          <p:cNvCxnSpPr/>
          <p:nvPr/>
        </p:nvCxnSpPr>
        <p:spPr>
          <a:xfrm>
            <a:off x="8193106" y="-24669"/>
            <a:ext cx="0" cy="697687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1293707-5BF7-4298-40E8-A6040B75E610}"/>
              </a:ext>
            </a:extLst>
          </p:cNvPr>
          <p:cNvSpPr txBox="1"/>
          <p:nvPr/>
        </p:nvSpPr>
        <p:spPr>
          <a:xfrm>
            <a:off x="4072462" y="-1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B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EE21828-3164-98DE-8854-4E7FA9620757}"/>
              </a:ext>
            </a:extLst>
          </p:cNvPr>
          <p:cNvSpPr txBox="1"/>
          <p:nvPr/>
        </p:nvSpPr>
        <p:spPr>
          <a:xfrm>
            <a:off x="8246539" y="16932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C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2A7A6FF-3F68-369F-4DE8-A0671C9140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97" y="611199"/>
            <a:ext cx="3945452" cy="229972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6FE7E6E-3625-97BF-C72A-CAADB2A70A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0928" y="529401"/>
            <a:ext cx="4026903" cy="246332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12FD74A-408B-861D-0901-8745E85F5B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0530" y="642493"/>
            <a:ext cx="3953003" cy="223713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F4C5F72-D4F7-0D35-37E5-CD84B77D98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980" y="4166938"/>
            <a:ext cx="3995047" cy="232547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EB11E96-4F05-79C1-D974-5E2BADFCC9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59919" y="4127784"/>
            <a:ext cx="4111342" cy="2572366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89E7A611-C51B-9591-33DD-F7640F40434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96425" y="4203987"/>
            <a:ext cx="3804278" cy="2275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1760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BFB66A-07F8-EC02-977A-9554AA7BB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52BFAD3-BD42-C4E0-676B-4C07BC08E395}"/>
              </a:ext>
            </a:extLst>
          </p:cNvPr>
          <p:cNvSpPr txBox="1"/>
          <p:nvPr/>
        </p:nvSpPr>
        <p:spPr>
          <a:xfrm>
            <a:off x="2227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D9AC3E7-C7F4-5A22-B19B-29E52DA3597F}"/>
              </a:ext>
            </a:extLst>
          </p:cNvPr>
          <p:cNvSpPr txBox="1"/>
          <p:nvPr/>
        </p:nvSpPr>
        <p:spPr>
          <a:xfrm>
            <a:off x="27625" y="3636146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A1A283E-3398-9EBC-0FBD-9D515CD603D7}"/>
              </a:ext>
            </a:extLst>
          </p:cNvPr>
          <p:cNvCxnSpPr>
            <a:cxnSpLocks/>
          </p:cNvCxnSpPr>
          <p:nvPr/>
        </p:nvCxnSpPr>
        <p:spPr>
          <a:xfrm>
            <a:off x="0" y="3532093"/>
            <a:ext cx="12192000" cy="2465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F7D879C4-326D-DC69-37D8-28FDFE22ACAC}"/>
              </a:ext>
            </a:extLst>
          </p:cNvPr>
          <p:cNvSpPr txBox="1"/>
          <p:nvPr/>
        </p:nvSpPr>
        <p:spPr>
          <a:xfrm>
            <a:off x="4027495" y="3593811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510EB7F-0527-5027-555D-F95730B7F690}"/>
              </a:ext>
            </a:extLst>
          </p:cNvPr>
          <p:cNvSpPr txBox="1"/>
          <p:nvPr/>
        </p:nvSpPr>
        <p:spPr>
          <a:xfrm>
            <a:off x="8362429" y="3636146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F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60584E7-82EE-D38C-19D0-D253CEAE9474}"/>
              </a:ext>
            </a:extLst>
          </p:cNvPr>
          <p:cNvCxnSpPr>
            <a:cxnSpLocks/>
          </p:cNvCxnSpPr>
          <p:nvPr/>
        </p:nvCxnSpPr>
        <p:spPr>
          <a:xfrm>
            <a:off x="4019023" y="-1"/>
            <a:ext cx="0" cy="6858001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B6C7256-2EDA-D407-D437-C5E8B701E961}"/>
              </a:ext>
            </a:extLst>
          </p:cNvPr>
          <p:cNvCxnSpPr/>
          <p:nvPr/>
        </p:nvCxnSpPr>
        <p:spPr>
          <a:xfrm>
            <a:off x="8193106" y="-24669"/>
            <a:ext cx="0" cy="697687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3E503E22-ADF0-9791-56BA-D0885AA27F84}"/>
              </a:ext>
            </a:extLst>
          </p:cNvPr>
          <p:cNvSpPr txBox="1"/>
          <p:nvPr/>
        </p:nvSpPr>
        <p:spPr>
          <a:xfrm>
            <a:off x="4072462" y="-1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B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3AE94C9-AE6D-4291-BAAC-A62B66990BA0}"/>
              </a:ext>
            </a:extLst>
          </p:cNvPr>
          <p:cNvSpPr txBox="1"/>
          <p:nvPr/>
        </p:nvSpPr>
        <p:spPr>
          <a:xfrm>
            <a:off x="8246539" y="16932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C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66D315C-52C5-17AD-CC61-ABCE8BDDBC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13" y="871262"/>
            <a:ext cx="3836335" cy="221941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70E4059-9CFA-682E-218F-D1FABD558E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4213" y="714023"/>
            <a:ext cx="3751347" cy="242339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3916699-A8B4-E6A9-1118-6E59D5841E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6539" y="793271"/>
            <a:ext cx="3888811" cy="220787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3FC27E0-8D7E-593C-244C-99F7BC4D8E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453" y="4368967"/>
            <a:ext cx="3652524" cy="198279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C61D572-6E51-F455-050F-E6066F9ECDF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6776" y="4238765"/>
            <a:ext cx="3828784" cy="1937212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E7059C8F-027E-51DF-DC67-E5759D85283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47460" y="4158469"/>
            <a:ext cx="3887890" cy="2042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92529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7950FF-3071-E731-00A9-33A21852BB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4CCA579-FC3A-CEE2-B3DD-5F5698F1C9F9}"/>
              </a:ext>
            </a:extLst>
          </p:cNvPr>
          <p:cNvSpPr txBox="1"/>
          <p:nvPr/>
        </p:nvSpPr>
        <p:spPr>
          <a:xfrm>
            <a:off x="19351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60456A-857B-9ACB-252F-E357EDED5FD2}"/>
              </a:ext>
            </a:extLst>
          </p:cNvPr>
          <p:cNvSpPr txBox="1"/>
          <p:nvPr/>
        </p:nvSpPr>
        <p:spPr>
          <a:xfrm>
            <a:off x="2607267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06D6C0C-F0C2-B100-15CA-EF41573F4EFE}"/>
              </a:ext>
            </a:extLst>
          </p:cNvPr>
          <p:cNvCxnSpPr>
            <a:cxnSpLocks/>
          </p:cNvCxnSpPr>
          <p:nvPr/>
        </p:nvCxnSpPr>
        <p:spPr>
          <a:xfrm>
            <a:off x="27575" y="3416675"/>
            <a:ext cx="12192000" cy="2465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8C22C83A-6711-51EA-140F-F26DED670A69}"/>
              </a:ext>
            </a:extLst>
          </p:cNvPr>
          <p:cNvSpPr txBox="1"/>
          <p:nvPr/>
        </p:nvSpPr>
        <p:spPr>
          <a:xfrm>
            <a:off x="-14517" y="3424479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F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CE85BDC-4BF8-4D73-247B-A3FC6D7618C5}"/>
              </a:ext>
            </a:extLst>
          </p:cNvPr>
          <p:cNvSpPr txBox="1"/>
          <p:nvPr/>
        </p:nvSpPr>
        <p:spPr>
          <a:xfrm>
            <a:off x="2616197" y="3424479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G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470A528-4143-0CB3-2D0B-78B0E2319874}"/>
              </a:ext>
            </a:extLst>
          </p:cNvPr>
          <p:cNvCxnSpPr>
            <a:cxnSpLocks/>
          </p:cNvCxnSpPr>
          <p:nvPr/>
        </p:nvCxnSpPr>
        <p:spPr>
          <a:xfrm>
            <a:off x="2650065" y="-7433"/>
            <a:ext cx="0" cy="687286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858C932A-7D5A-A7BD-BA8F-64628AB463EF}"/>
              </a:ext>
            </a:extLst>
          </p:cNvPr>
          <p:cNvSpPr txBox="1"/>
          <p:nvPr/>
        </p:nvSpPr>
        <p:spPr>
          <a:xfrm>
            <a:off x="5156202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C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15257A0-A505-1633-ADEC-53BBA3E57560}"/>
              </a:ext>
            </a:extLst>
          </p:cNvPr>
          <p:cNvSpPr txBox="1"/>
          <p:nvPr/>
        </p:nvSpPr>
        <p:spPr>
          <a:xfrm>
            <a:off x="5198075" y="3424479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H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CC500DC-A80D-423C-4BDB-C49C4787DAD4}"/>
              </a:ext>
            </a:extLst>
          </p:cNvPr>
          <p:cNvCxnSpPr>
            <a:cxnSpLocks/>
          </p:cNvCxnSpPr>
          <p:nvPr/>
        </p:nvCxnSpPr>
        <p:spPr>
          <a:xfrm>
            <a:off x="5190070" y="-7433"/>
            <a:ext cx="0" cy="687286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9CA52EC-FF61-6C22-9139-A15F78DA9DFB}"/>
              </a:ext>
            </a:extLst>
          </p:cNvPr>
          <p:cNvCxnSpPr>
            <a:cxnSpLocks/>
          </p:cNvCxnSpPr>
          <p:nvPr/>
        </p:nvCxnSpPr>
        <p:spPr>
          <a:xfrm>
            <a:off x="7730075" y="-7433"/>
            <a:ext cx="0" cy="687286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3DD44C7-C93E-7FCE-A38B-FE478C250B4F}"/>
              </a:ext>
            </a:extLst>
          </p:cNvPr>
          <p:cNvCxnSpPr>
            <a:cxnSpLocks/>
          </p:cNvCxnSpPr>
          <p:nvPr/>
        </p:nvCxnSpPr>
        <p:spPr>
          <a:xfrm>
            <a:off x="10270081" y="-7433"/>
            <a:ext cx="0" cy="687286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3773BEE-E9C0-211C-71D5-203CCA67FF7F}"/>
              </a:ext>
            </a:extLst>
          </p:cNvPr>
          <p:cNvSpPr txBox="1"/>
          <p:nvPr/>
        </p:nvSpPr>
        <p:spPr>
          <a:xfrm>
            <a:off x="7688203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E256250-EED8-28D0-EE03-1DA3AEEB582A}"/>
              </a:ext>
            </a:extLst>
          </p:cNvPr>
          <p:cNvSpPr txBox="1"/>
          <p:nvPr/>
        </p:nvSpPr>
        <p:spPr>
          <a:xfrm>
            <a:off x="10228207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F779253-DB89-4E86-8F45-F7DBCC5982AB}"/>
              </a:ext>
            </a:extLst>
          </p:cNvPr>
          <p:cNvSpPr txBox="1"/>
          <p:nvPr/>
        </p:nvSpPr>
        <p:spPr>
          <a:xfrm>
            <a:off x="7753789" y="3424479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I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6D99754-F8B1-9D46-3099-3B428D914C5A}"/>
              </a:ext>
            </a:extLst>
          </p:cNvPr>
          <p:cNvSpPr txBox="1"/>
          <p:nvPr/>
        </p:nvSpPr>
        <p:spPr>
          <a:xfrm>
            <a:off x="10250237" y="3424479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19735114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7F4A04-97BC-79D8-2181-BB1B4BCFFB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33C72BA-F99C-DA0E-5C3C-0F79961BAEBE}"/>
              </a:ext>
            </a:extLst>
          </p:cNvPr>
          <p:cNvSpPr txBox="1"/>
          <p:nvPr/>
        </p:nvSpPr>
        <p:spPr>
          <a:xfrm>
            <a:off x="314958" y="935548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3630F1-7F9B-73A7-031F-041BF671FB06}"/>
              </a:ext>
            </a:extLst>
          </p:cNvPr>
          <p:cNvSpPr txBox="1"/>
          <p:nvPr/>
        </p:nvSpPr>
        <p:spPr>
          <a:xfrm>
            <a:off x="5811520" y="935548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BA88F99-3965-EE56-0F88-18C3ED49E0A1}"/>
              </a:ext>
            </a:extLst>
          </p:cNvPr>
          <p:cNvCxnSpPr/>
          <p:nvPr/>
        </p:nvCxnSpPr>
        <p:spPr>
          <a:xfrm>
            <a:off x="5323840" y="558800"/>
            <a:ext cx="0" cy="565573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76286326-5540-00AF-4BD6-2DC225DBB5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425" y="934194"/>
            <a:ext cx="4334234" cy="545253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D63819D-4B3F-36FD-4B41-7CAF2E94E8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347" y="935548"/>
            <a:ext cx="4297680" cy="5674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7183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909C39-4823-BF17-4242-ACDDC0FE3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1C5A79A-364F-1ADC-B3ED-65F235F5D075}"/>
              </a:ext>
            </a:extLst>
          </p:cNvPr>
          <p:cNvSpPr txBox="1"/>
          <p:nvPr/>
        </p:nvSpPr>
        <p:spPr>
          <a:xfrm>
            <a:off x="314958" y="935548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7BDF677-29C8-7E74-6A28-152963EC02D5}"/>
              </a:ext>
            </a:extLst>
          </p:cNvPr>
          <p:cNvSpPr txBox="1"/>
          <p:nvPr/>
        </p:nvSpPr>
        <p:spPr>
          <a:xfrm>
            <a:off x="5811520" y="935548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36BB674-6809-B80E-6D44-017C01749D2A}"/>
              </a:ext>
            </a:extLst>
          </p:cNvPr>
          <p:cNvCxnSpPr/>
          <p:nvPr/>
        </p:nvCxnSpPr>
        <p:spPr>
          <a:xfrm>
            <a:off x="5738710" y="558800"/>
            <a:ext cx="0" cy="565573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B302D493-D75A-BC2B-E8B7-2A76D9099F5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595" b="6495"/>
          <a:stretch>
            <a:fillRect/>
          </a:stretch>
        </p:blipFill>
        <p:spPr>
          <a:xfrm>
            <a:off x="267547" y="1717369"/>
            <a:ext cx="5245789" cy="44294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79AAF05-1694-3B40-994F-363AC5DA50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2297" y="1708903"/>
            <a:ext cx="5438478" cy="4429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11626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65EFAD-AE3E-F3F4-8292-1F932C673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711F8F6-D198-937F-DE1B-DD835D20D86D}"/>
              </a:ext>
            </a:extLst>
          </p:cNvPr>
          <p:cNvSpPr txBox="1"/>
          <p:nvPr/>
        </p:nvSpPr>
        <p:spPr>
          <a:xfrm>
            <a:off x="314958" y="935548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31857F-0C95-8C79-B074-535057B12048}"/>
              </a:ext>
            </a:extLst>
          </p:cNvPr>
          <p:cNvSpPr txBox="1"/>
          <p:nvPr/>
        </p:nvSpPr>
        <p:spPr>
          <a:xfrm>
            <a:off x="5811520" y="935548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7677FFC-63C8-9811-2542-E247C7B967D5}"/>
              </a:ext>
            </a:extLst>
          </p:cNvPr>
          <p:cNvCxnSpPr/>
          <p:nvPr/>
        </p:nvCxnSpPr>
        <p:spPr>
          <a:xfrm>
            <a:off x="5738710" y="558800"/>
            <a:ext cx="0" cy="565573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17722647-A2B5-B2F5-DA94-71F9FCC0D0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0160" y="1643434"/>
            <a:ext cx="5270569" cy="435943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176950B-6D82-F64C-249F-1604293148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647" y="1702701"/>
            <a:ext cx="5290098" cy="4359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96476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3CC694-FCD2-8DBF-980F-07D8734EA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071DC13-6BD6-06A3-32D5-E50BC5F2118C}"/>
              </a:ext>
            </a:extLst>
          </p:cNvPr>
          <p:cNvSpPr txBox="1"/>
          <p:nvPr/>
        </p:nvSpPr>
        <p:spPr>
          <a:xfrm>
            <a:off x="314958" y="935548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1E8D49-A0E4-D39D-B683-037C4F7F14A2}"/>
              </a:ext>
            </a:extLst>
          </p:cNvPr>
          <p:cNvSpPr txBox="1"/>
          <p:nvPr/>
        </p:nvSpPr>
        <p:spPr>
          <a:xfrm>
            <a:off x="5811520" y="935548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61D1B1A-B652-18CF-6C43-6A45F2956671}"/>
              </a:ext>
            </a:extLst>
          </p:cNvPr>
          <p:cNvCxnSpPr/>
          <p:nvPr/>
        </p:nvCxnSpPr>
        <p:spPr>
          <a:xfrm>
            <a:off x="5738710" y="558800"/>
            <a:ext cx="0" cy="565573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E3AE3B11-AA85-522A-FAAE-CDF61F82CF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484" y="1643435"/>
            <a:ext cx="5315906" cy="444409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78CE7BA-7BD0-B73F-20CD-FAF49E01C0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722942"/>
            <a:ext cx="5178638" cy="4423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00773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9F11027-94DF-DBB2-AC04-B2C469565C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01216" y="0"/>
            <a:ext cx="10389567" cy="68580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C55674A-1AE7-A274-D14D-D0B450A99306}"/>
              </a:ext>
            </a:extLst>
          </p:cNvPr>
          <p:cNvSpPr txBox="1"/>
          <p:nvPr/>
        </p:nvSpPr>
        <p:spPr>
          <a:xfrm>
            <a:off x="696493" y="397933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9FD460D-8253-B87A-FB31-8DC99686CD1C}"/>
              </a:ext>
            </a:extLst>
          </p:cNvPr>
          <p:cNvSpPr txBox="1"/>
          <p:nvPr/>
        </p:nvSpPr>
        <p:spPr>
          <a:xfrm>
            <a:off x="5926752" y="397933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B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70D2D0E-090B-6D7F-9F96-E71F2B91F6D4}"/>
              </a:ext>
            </a:extLst>
          </p:cNvPr>
          <p:cNvSpPr txBox="1"/>
          <p:nvPr/>
        </p:nvSpPr>
        <p:spPr>
          <a:xfrm>
            <a:off x="696493" y="3132667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5DCE6EB-92A1-C661-5902-B76342434721}"/>
              </a:ext>
            </a:extLst>
          </p:cNvPr>
          <p:cNvSpPr txBox="1"/>
          <p:nvPr/>
        </p:nvSpPr>
        <p:spPr>
          <a:xfrm>
            <a:off x="5926752" y="2937933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16072998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E85825-608E-E2CF-B5DA-6B03F2412B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9117CA9-B114-5D9E-4D9D-CC60F5BA75F4}"/>
              </a:ext>
            </a:extLst>
          </p:cNvPr>
          <p:cNvSpPr txBox="1"/>
          <p:nvPr/>
        </p:nvSpPr>
        <p:spPr>
          <a:xfrm>
            <a:off x="87087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E8860F-2665-97BB-E61E-C51F71646908}"/>
              </a:ext>
            </a:extLst>
          </p:cNvPr>
          <p:cNvSpPr txBox="1"/>
          <p:nvPr/>
        </p:nvSpPr>
        <p:spPr>
          <a:xfrm>
            <a:off x="6135183" y="-17417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21D9634-018D-E032-2E99-EF6502C04A93}"/>
              </a:ext>
            </a:extLst>
          </p:cNvPr>
          <p:cNvCxnSpPr>
            <a:cxnSpLocks/>
          </p:cNvCxnSpPr>
          <p:nvPr/>
        </p:nvCxnSpPr>
        <p:spPr>
          <a:xfrm>
            <a:off x="78377" y="3416675"/>
            <a:ext cx="12192000" cy="2465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609E529C-C558-16F1-9A58-B15E68A912A8}"/>
              </a:ext>
            </a:extLst>
          </p:cNvPr>
          <p:cNvSpPr txBox="1"/>
          <p:nvPr/>
        </p:nvSpPr>
        <p:spPr>
          <a:xfrm>
            <a:off x="87087" y="3480782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C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407EAD8-973A-A6B4-6897-D4B066EBD0F2}"/>
              </a:ext>
            </a:extLst>
          </p:cNvPr>
          <p:cNvSpPr txBox="1"/>
          <p:nvPr/>
        </p:nvSpPr>
        <p:spPr>
          <a:xfrm>
            <a:off x="6135183" y="3480782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11B304D-308E-65F3-203B-93D1FC37D0DC}"/>
              </a:ext>
            </a:extLst>
          </p:cNvPr>
          <p:cNvCxnSpPr>
            <a:cxnSpLocks/>
          </p:cNvCxnSpPr>
          <p:nvPr/>
        </p:nvCxnSpPr>
        <p:spPr>
          <a:xfrm>
            <a:off x="6096000" y="2064"/>
            <a:ext cx="0" cy="687286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ED7FF150-AD73-3CC8-BF3C-16432301C1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910" y="38272"/>
            <a:ext cx="4862290" cy="324532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5C0E5B6-CB40-2B8E-C168-3882872681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8734" y="3546399"/>
            <a:ext cx="5087870" cy="338263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FE38F0E-B8D6-EF1A-0A58-D82EB63872C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748" y="3519054"/>
            <a:ext cx="5035852" cy="3338946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EAF4095A-481F-AE9C-3F42-697AF09BDB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5371" y="185284"/>
            <a:ext cx="5279257" cy="3153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0396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E3C9A4-19D4-9F3F-CB87-A7638E7F5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8A99A60-661D-2FCA-6A5B-986486A3B15F}"/>
              </a:ext>
            </a:extLst>
          </p:cNvPr>
          <p:cNvSpPr txBox="1"/>
          <p:nvPr/>
        </p:nvSpPr>
        <p:spPr>
          <a:xfrm>
            <a:off x="87087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150096-46BE-0A76-69B6-A7B3204F6208}"/>
              </a:ext>
            </a:extLst>
          </p:cNvPr>
          <p:cNvSpPr txBox="1"/>
          <p:nvPr/>
        </p:nvSpPr>
        <p:spPr>
          <a:xfrm>
            <a:off x="6135183" y="-17417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731F78B-5A84-F649-60B3-D211F0487C96}"/>
              </a:ext>
            </a:extLst>
          </p:cNvPr>
          <p:cNvCxnSpPr>
            <a:cxnSpLocks/>
          </p:cNvCxnSpPr>
          <p:nvPr/>
        </p:nvCxnSpPr>
        <p:spPr>
          <a:xfrm>
            <a:off x="78377" y="3416675"/>
            <a:ext cx="12192000" cy="2465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620E6807-D8CE-C4A1-F99D-FE376EF9F0B0}"/>
              </a:ext>
            </a:extLst>
          </p:cNvPr>
          <p:cNvSpPr txBox="1"/>
          <p:nvPr/>
        </p:nvSpPr>
        <p:spPr>
          <a:xfrm>
            <a:off x="87087" y="3480782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C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87AD629-252F-03CA-621D-45452A766EEC}"/>
              </a:ext>
            </a:extLst>
          </p:cNvPr>
          <p:cNvSpPr txBox="1"/>
          <p:nvPr/>
        </p:nvSpPr>
        <p:spPr>
          <a:xfrm>
            <a:off x="6135183" y="3480782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30D8D0D-2591-0F6F-7B91-4C28483DAE2D}"/>
              </a:ext>
            </a:extLst>
          </p:cNvPr>
          <p:cNvCxnSpPr>
            <a:cxnSpLocks/>
          </p:cNvCxnSpPr>
          <p:nvPr/>
        </p:nvCxnSpPr>
        <p:spPr>
          <a:xfrm>
            <a:off x="6096000" y="2064"/>
            <a:ext cx="0" cy="687286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2AC46696-73C5-9696-B8ED-18D7F8EEAE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868" y="76200"/>
            <a:ext cx="4792132" cy="3167300"/>
          </a:xfrm>
          <a:prstGeom prst="rect">
            <a:avLst/>
          </a:prstGeom>
        </p:spPr>
      </p:pic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962A27A-DE50-D2FC-B109-391D550C2A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2989" y="740533"/>
            <a:ext cx="5830635" cy="195500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5C9445E-080B-68F8-D4DB-74111780681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286" y="3504682"/>
            <a:ext cx="4594313" cy="325171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1F91216-BDEB-47D7-F88D-A2F29834B8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35804" y="3504682"/>
            <a:ext cx="4698996" cy="3296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19183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F5A0BA-AA86-9A6C-0991-08DE4BDCF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1CF9E338-B6E0-4BF1-837B-AE2FF54FE4B8}"/>
              </a:ext>
            </a:extLst>
          </p:cNvPr>
          <p:cNvSpPr txBox="1"/>
          <p:nvPr/>
        </p:nvSpPr>
        <p:spPr>
          <a:xfrm>
            <a:off x="314958" y="935548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DA721B-4B8E-58A4-0666-30EF1806C50C}"/>
              </a:ext>
            </a:extLst>
          </p:cNvPr>
          <p:cNvSpPr txBox="1"/>
          <p:nvPr/>
        </p:nvSpPr>
        <p:spPr>
          <a:xfrm>
            <a:off x="5811520" y="935548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11CC43C-3633-7CF9-9CF0-D5C4D6E80F18}"/>
              </a:ext>
            </a:extLst>
          </p:cNvPr>
          <p:cNvCxnSpPr/>
          <p:nvPr/>
        </p:nvCxnSpPr>
        <p:spPr>
          <a:xfrm>
            <a:off x="5738710" y="558800"/>
            <a:ext cx="0" cy="565573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729FD703-A2A6-7421-C373-023190B779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1564" y="1827981"/>
            <a:ext cx="6258561" cy="349520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1BC9D5A-71A9-6DED-AB1C-A02FA97649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75" y="1938867"/>
            <a:ext cx="5631716" cy="31076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92939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6BB220-DC60-654C-4A65-D95D3A946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F7A133C8-6FA4-8719-5FA9-F42871E2F1EE}"/>
              </a:ext>
            </a:extLst>
          </p:cNvPr>
          <p:cNvSpPr txBox="1"/>
          <p:nvPr/>
        </p:nvSpPr>
        <p:spPr>
          <a:xfrm>
            <a:off x="87087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9B0A405-21A5-A9AE-5F39-60B194D3E05E}"/>
              </a:ext>
            </a:extLst>
          </p:cNvPr>
          <p:cNvSpPr txBox="1"/>
          <p:nvPr/>
        </p:nvSpPr>
        <p:spPr>
          <a:xfrm>
            <a:off x="6135183" y="-17417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DE1D329-5412-52D2-E48C-EDAA1BD1B932}"/>
              </a:ext>
            </a:extLst>
          </p:cNvPr>
          <p:cNvCxnSpPr>
            <a:cxnSpLocks/>
          </p:cNvCxnSpPr>
          <p:nvPr/>
        </p:nvCxnSpPr>
        <p:spPr>
          <a:xfrm>
            <a:off x="78377" y="3416675"/>
            <a:ext cx="12192000" cy="2465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14C270A-9D2D-44B0-5F6E-777C8F78FBC7}"/>
              </a:ext>
            </a:extLst>
          </p:cNvPr>
          <p:cNvSpPr txBox="1"/>
          <p:nvPr/>
        </p:nvSpPr>
        <p:spPr>
          <a:xfrm>
            <a:off x="87087" y="3480782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C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5047229-060F-EE8B-804F-A2CAA64A7556}"/>
              </a:ext>
            </a:extLst>
          </p:cNvPr>
          <p:cNvSpPr txBox="1"/>
          <p:nvPr/>
        </p:nvSpPr>
        <p:spPr>
          <a:xfrm>
            <a:off x="6135183" y="3480782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BA5E0E4-090E-F112-46FE-C46AB70E7581}"/>
              </a:ext>
            </a:extLst>
          </p:cNvPr>
          <p:cNvCxnSpPr>
            <a:cxnSpLocks/>
          </p:cNvCxnSpPr>
          <p:nvPr/>
        </p:nvCxnSpPr>
        <p:spPr>
          <a:xfrm>
            <a:off x="6096000" y="2064"/>
            <a:ext cx="0" cy="687286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5512F36-7FA6-6750-8258-ACD7EC3281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526" y="126105"/>
            <a:ext cx="5364223" cy="3166530"/>
          </a:xfrm>
          <a:prstGeom prst="rect">
            <a:avLst/>
          </a:prstGeom>
        </p:spPr>
      </p:pic>
      <p:pic>
        <p:nvPicPr>
          <p:cNvPr id="7" name="Picture 6" descr="A screen shot of a computer screen&#10;&#10;AI-generated content may be incorrect.">
            <a:extLst>
              <a:ext uri="{FF2B5EF4-FFF2-40B4-BE49-F238E27FC236}">
                <a16:creationId xmlns:a16="http://schemas.microsoft.com/office/drawing/2014/main" id="{BD88E7D8-A058-50C5-D55D-BC3FA64D52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3005" y="47163"/>
            <a:ext cx="4973305" cy="3330055"/>
          </a:xfrm>
          <a:prstGeom prst="rect">
            <a:avLst/>
          </a:prstGeom>
        </p:spPr>
      </p:pic>
      <p:pic>
        <p:nvPicPr>
          <p:cNvPr id="13" name="Picture 1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061A903-4E66-5B3F-A917-472DA4AD293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176" y="3475460"/>
            <a:ext cx="5045021" cy="333146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5D1FC7D-B7D8-9C70-4359-2804E1FE89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3351" y="3624592"/>
            <a:ext cx="5223900" cy="3182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01564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0EBEE-4002-8CAD-8D01-A508A09379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D682A1B7-C4F4-AF08-58B8-7EB71B741E8E}"/>
              </a:ext>
            </a:extLst>
          </p:cNvPr>
          <p:cNvSpPr txBox="1"/>
          <p:nvPr/>
        </p:nvSpPr>
        <p:spPr>
          <a:xfrm>
            <a:off x="314958" y="935548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B7090E-B77E-3A14-7782-5EC521FB1B71}"/>
              </a:ext>
            </a:extLst>
          </p:cNvPr>
          <p:cNvSpPr txBox="1"/>
          <p:nvPr/>
        </p:nvSpPr>
        <p:spPr>
          <a:xfrm>
            <a:off x="5811520" y="935548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E1426D5-F7C9-C4FA-5CEF-5A73212BE88A}"/>
              </a:ext>
            </a:extLst>
          </p:cNvPr>
          <p:cNvCxnSpPr/>
          <p:nvPr/>
        </p:nvCxnSpPr>
        <p:spPr>
          <a:xfrm>
            <a:off x="5738710" y="558800"/>
            <a:ext cx="0" cy="565573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CFD652A2-C3B9-2C3B-D4BE-7AEA88F4EE4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93" t="2104" r="5594" b="2175"/>
          <a:stretch>
            <a:fillRect/>
          </a:stretch>
        </p:blipFill>
        <p:spPr>
          <a:xfrm>
            <a:off x="5969000" y="1532752"/>
            <a:ext cx="6096000" cy="428385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693EF32-83B5-F51B-9F64-BB0286BEF7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1896533"/>
            <a:ext cx="5712483" cy="3479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36479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B11837-1A03-C75F-D96E-E72CAC64F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A75778C-53D3-0C0D-7121-6B9583D57C14}"/>
              </a:ext>
            </a:extLst>
          </p:cNvPr>
          <p:cNvSpPr txBox="1"/>
          <p:nvPr/>
        </p:nvSpPr>
        <p:spPr>
          <a:xfrm>
            <a:off x="314958" y="935548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6DFE77-BC07-54AA-7DF9-9A835DFEEB9C}"/>
              </a:ext>
            </a:extLst>
          </p:cNvPr>
          <p:cNvSpPr txBox="1"/>
          <p:nvPr/>
        </p:nvSpPr>
        <p:spPr>
          <a:xfrm>
            <a:off x="5811520" y="935548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52B0ABC-CE6F-9D84-DBBF-E7CACDEAEB55}"/>
              </a:ext>
            </a:extLst>
          </p:cNvPr>
          <p:cNvCxnSpPr/>
          <p:nvPr/>
        </p:nvCxnSpPr>
        <p:spPr>
          <a:xfrm>
            <a:off x="5738710" y="558800"/>
            <a:ext cx="0" cy="565573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B746157F-8965-E1BB-168F-B6DE9F61EC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39" y="1900766"/>
            <a:ext cx="5600262" cy="32977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0237856-C45D-DA30-2E8D-D13737912D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5355" y="1711168"/>
            <a:ext cx="6326937" cy="4211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904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FB625-1C48-0247-7757-07E80905D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0ACD575-E7C8-4095-A3F4-3DE8FD149920}"/>
              </a:ext>
            </a:extLst>
          </p:cNvPr>
          <p:cNvSpPr txBox="1"/>
          <p:nvPr/>
        </p:nvSpPr>
        <p:spPr>
          <a:xfrm>
            <a:off x="87087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E7611C-5391-7F9B-B6D7-0E1EE989484C}"/>
              </a:ext>
            </a:extLst>
          </p:cNvPr>
          <p:cNvSpPr txBox="1"/>
          <p:nvPr/>
        </p:nvSpPr>
        <p:spPr>
          <a:xfrm>
            <a:off x="6135183" y="-17417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120C147-485D-9B42-4AD3-C396E2339E01}"/>
              </a:ext>
            </a:extLst>
          </p:cNvPr>
          <p:cNvCxnSpPr>
            <a:cxnSpLocks/>
          </p:cNvCxnSpPr>
          <p:nvPr/>
        </p:nvCxnSpPr>
        <p:spPr>
          <a:xfrm>
            <a:off x="78377" y="3416675"/>
            <a:ext cx="12192000" cy="2465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9BFF0B2-C7C5-4B35-BB1E-D623A454D663}"/>
              </a:ext>
            </a:extLst>
          </p:cNvPr>
          <p:cNvSpPr txBox="1"/>
          <p:nvPr/>
        </p:nvSpPr>
        <p:spPr>
          <a:xfrm>
            <a:off x="87087" y="3480782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C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ADD3ACC-BC1F-861B-5435-CDE8B2892FAF}"/>
              </a:ext>
            </a:extLst>
          </p:cNvPr>
          <p:cNvSpPr txBox="1"/>
          <p:nvPr/>
        </p:nvSpPr>
        <p:spPr>
          <a:xfrm>
            <a:off x="6135183" y="3480782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AF41CF3-82B8-0351-7CDD-A0E96B144FDD}"/>
              </a:ext>
            </a:extLst>
          </p:cNvPr>
          <p:cNvCxnSpPr>
            <a:cxnSpLocks/>
          </p:cNvCxnSpPr>
          <p:nvPr/>
        </p:nvCxnSpPr>
        <p:spPr>
          <a:xfrm>
            <a:off x="6096000" y="2064"/>
            <a:ext cx="0" cy="687286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E48D8CE7-8975-C55E-3F08-675425FECC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992" y="41084"/>
            <a:ext cx="5391554" cy="332199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E75263F-E837-9B00-AA19-9E8EBF1186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8586" y="74202"/>
            <a:ext cx="5380812" cy="329734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50C4647-6446-2649-F2DA-E46F15F96E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726" y="3450543"/>
            <a:ext cx="5275277" cy="336712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C0C6707-5DBF-38B2-CE67-655417F015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3823" y="3494920"/>
            <a:ext cx="5106941" cy="3405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89408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E70E5C-3565-3F28-5939-974675C39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25FD7AAE-6B6A-0EB4-6C35-92945E2014BD}"/>
              </a:ext>
            </a:extLst>
          </p:cNvPr>
          <p:cNvSpPr txBox="1"/>
          <p:nvPr/>
        </p:nvSpPr>
        <p:spPr>
          <a:xfrm>
            <a:off x="87087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2FCB6E-81BE-C223-6FC0-E73F850DDAA9}"/>
              </a:ext>
            </a:extLst>
          </p:cNvPr>
          <p:cNvSpPr txBox="1"/>
          <p:nvPr/>
        </p:nvSpPr>
        <p:spPr>
          <a:xfrm>
            <a:off x="6135183" y="-17417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C99D7E2-4BE9-0DCB-4451-3D8921D68416}"/>
              </a:ext>
            </a:extLst>
          </p:cNvPr>
          <p:cNvCxnSpPr>
            <a:cxnSpLocks/>
          </p:cNvCxnSpPr>
          <p:nvPr/>
        </p:nvCxnSpPr>
        <p:spPr>
          <a:xfrm>
            <a:off x="78377" y="3416675"/>
            <a:ext cx="12192000" cy="2465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7CC954F-70EE-DA0E-C194-F3CC3B77B40B}"/>
              </a:ext>
            </a:extLst>
          </p:cNvPr>
          <p:cNvSpPr txBox="1"/>
          <p:nvPr/>
        </p:nvSpPr>
        <p:spPr>
          <a:xfrm>
            <a:off x="87087" y="3480782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C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89A0D07-C3EE-6F5B-C759-BEC8B1B69E02}"/>
              </a:ext>
            </a:extLst>
          </p:cNvPr>
          <p:cNvSpPr txBox="1"/>
          <p:nvPr/>
        </p:nvSpPr>
        <p:spPr>
          <a:xfrm>
            <a:off x="6135183" y="3480782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EB355B8-B21F-7474-C3B2-CA7199A3F17B}"/>
              </a:ext>
            </a:extLst>
          </p:cNvPr>
          <p:cNvCxnSpPr>
            <a:cxnSpLocks/>
          </p:cNvCxnSpPr>
          <p:nvPr/>
        </p:nvCxnSpPr>
        <p:spPr>
          <a:xfrm>
            <a:off x="6096000" y="2064"/>
            <a:ext cx="0" cy="687286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3F360650-E115-2DAD-4F1B-B57CE92AE5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080" y="79652"/>
            <a:ext cx="5286903" cy="325943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4A55C21-71DD-33DB-6657-8571FE559B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3823" y="23584"/>
            <a:ext cx="5321994" cy="335363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33DE2D1-C481-87C8-D41D-7FCE4613B3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013" y="3489299"/>
            <a:ext cx="5423512" cy="335363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4E82F2B-C322-7192-F0FB-248D82EDDA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5340" y="3483704"/>
            <a:ext cx="5117227" cy="3391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61900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8E32F3-114F-E9F5-FD69-F6FA6FC52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7AFFA4EF-398A-1659-311B-93331991B7D8}"/>
              </a:ext>
            </a:extLst>
          </p:cNvPr>
          <p:cNvSpPr txBox="1"/>
          <p:nvPr/>
        </p:nvSpPr>
        <p:spPr>
          <a:xfrm>
            <a:off x="2227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FB54E04-02C0-C9D3-F6FC-C5AB8DDC282C}"/>
              </a:ext>
            </a:extLst>
          </p:cNvPr>
          <p:cNvSpPr txBox="1"/>
          <p:nvPr/>
        </p:nvSpPr>
        <p:spPr>
          <a:xfrm>
            <a:off x="27625" y="3636146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8F48F27-A302-6507-C816-C36465997655}"/>
              </a:ext>
            </a:extLst>
          </p:cNvPr>
          <p:cNvCxnSpPr>
            <a:cxnSpLocks/>
          </p:cNvCxnSpPr>
          <p:nvPr/>
        </p:nvCxnSpPr>
        <p:spPr>
          <a:xfrm>
            <a:off x="0" y="3532093"/>
            <a:ext cx="12192000" cy="2465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8612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2701</TotalTime>
  <Words>82</Words>
  <Application>Microsoft Office PowerPoint</Application>
  <PresentationFormat>Widescreen</PresentationFormat>
  <Paragraphs>82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Melinarskiy, B. (Bar)</dc:creator>
  <cp:lastModifiedBy>Melinarskiy, B. (Bar)</cp:lastModifiedBy>
  <cp:revision>27</cp:revision>
  <dcterms:created xsi:type="dcterms:W3CDTF">2025-09-16T13:10:23Z</dcterms:created>
  <dcterms:modified xsi:type="dcterms:W3CDTF">2025-11-11T23:14:13Z</dcterms:modified>
</cp:coreProperties>
</file>