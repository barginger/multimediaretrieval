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7" r:id="rId7"/>
    <p:sldId id="260" r:id="rId8"/>
    <p:sldId id="259" r:id="rId9"/>
    <p:sldId id="264" r:id="rId10"/>
    <p:sldId id="265" r:id="rId11"/>
    <p:sldId id="266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200" d="100"/>
          <a:sy n="200" d="100"/>
        </p:scale>
        <p:origin x="-1541" y="-7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2BCA4-01DC-B39B-4A07-3D297F6A9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59F6A6F-3C2B-7923-B894-7A388FDC52F7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201CA-7562-F9AD-89FF-E5FC1629E2CB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98CDD7-8086-B8BC-63E1-853D6938D9E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F4C8B4-17A8-D132-11D6-90C3CCB756EB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0602D-85A8-5A1C-22CE-A2DEB81EAA38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6FD1F00-26ED-FD9A-95AE-E365E45EDD3D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207647-D634-7B7F-3ECD-43BB7891AC18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4E52E5B-EC63-DCD7-56A4-4D0CFDE26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38"/>
          <a:stretch>
            <a:fillRect/>
          </a:stretch>
        </p:blipFill>
        <p:spPr>
          <a:xfrm>
            <a:off x="8275301" y="4219419"/>
            <a:ext cx="3861862" cy="22999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755B18-9B45-C21A-3D70-74E43230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7" y="606951"/>
            <a:ext cx="3887664" cy="22965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FC0421A-031B-8CA3-CD9B-73421A7C7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245" y="504766"/>
            <a:ext cx="4065863" cy="2461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BB89A6-8F47-23AA-E89C-B19C602F84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3" r="1433"/>
          <a:stretch>
            <a:fillRect/>
          </a:stretch>
        </p:blipFill>
        <p:spPr>
          <a:xfrm>
            <a:off x="8311659" y="573083"/>
            <a:ext cx="3777925" cy="232516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FCE2910-F271-0CF1-B1E2-F7AD4A40FD8F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F5218EC-7704-88B7-1E23-311A212451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415" r="4228"/>
          <a:stretch>
            <a:fillRect/>
          </a:stretch>
        </p:blipFill>
        <p:spPr>
          <a:xfrm>
            <a:off x="50766" y="4183981"/>
            <a:ext cx="3927712" cy="25216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8A7A27E-056C-467C-C206-0F0EC639309F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0F007F5-1ADD-704C-C1D4-37BDE0BC0C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5337" y="4160956"/>
            <a:ext cx="4045306" cy="23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945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DBB1C-7EA2-D251-BF63-3329A66F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C876EA-E28C-562E-5473-96711DB0EBC3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6D7EAA-2347-FEFF-BD71-4AB980A08CC9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C4F49-F5C4-B485-4804-8AAF72D799A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DD8FA-A0DC-85AC-26F4-6522C91EE1E0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6A111-0271-A403-968E-F127E69B427E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FE97797-4E3F-FCA9-1AC5-54E87AC312B0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72AC3AE-1005-6E30-F23C-460BBC816E44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293707-5BF7-4298-40E8-A6040B75E610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E21828-3164-98DE-8854-4E7FA9620757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A7A6FF-3F68-369F-4DE8-A0671C914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" y="611199"/>
            <a:ext cx="3945452" cy="22997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FE7E6E-3625-97BF-C72A-CAADB2A70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928" y="529401"/>
            <a:ext cx="4026903" cy="2463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2FD74A-408B-861D-0901-8745E85F5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530" y="642493"/>
            <a:ext cx="3953003" cy="22371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F4C5F72-D4F7-0D35-37E5-CD84B77D9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980" y="4166938"/>
            <a:ext cx="3995047" cy="23254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B11E96-4F05-79C1-D974-5E2BADFCC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9919" y="4127784"/>
            <a:ext cx="4111342" cy="257236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9E7A611-C51B-9591-33DD-F7640F4043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6425" y="4203987"/>
            <a:ext cx="3804278" cy="2275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76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FB66A-07F8-EC02-977A-9554AA7B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52BFAD3-BD42-C4E0-676B-4C07BC08E395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9AC3E7-C7F4-5A22-B19B-29E52DA3597F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1A283E-3398-9EBC-0FBD-9D515CD603D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7D879C4-326D-DC69-37D8-28FDFE22ACAC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10EB7F-0527-5027-555D-F95730B7F690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0584E7-82EE-D38C-19D0-D253CEAE9474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6C7256-2EDA-D407-D437-C5E8B701E961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E503E22-ADF0-9791-56BA-D0885AA27F84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AE94C9-AE6D-4291-BAAC-A62B66990BA0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6D315C-52C5-17AD-CC61-ABCE8BDDB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3" y="871262"/>
            <a:ext cx="3836335" cy="2219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0E4059-9CFA-682E-218F-D1FABD558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213" y="714023"/>
            <a:ext cx="3751347" cy="24233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3916699-A8B4-E6A9-1118-6E59D5841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539" y="793271"/>
            <a:ext cx="3888811" cy="220787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3FC27E0-8D7E-593C-244C-99F7BC4D8E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3" y="4368967"/>
            <a:ext cx="3652524" cy="19827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C61D572-6E51-F455-050F-E6066F9EC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6776" y="4238765"/>
            <a:ext cx="3828784" cy="193721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7059C8F-027E-51DF-DC67-E5759D8528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460" y="4158469"/>
            <a:ext cx="3887890" cy="204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252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950FF-3071-E731-00A9-33A21852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CCA579-FC3A-CEE2-B3DD-5F5698F1C9F9}"/>
              </a:ext>
            </a:extLst>
          </p:cNvPr>
          <p:cNvSpPr txBox="1"/>
          <p:nvPr/>
        </p:nvSpPr>
        <p:spPr>
          <a:xfrm>
            <a:off x="19351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60456A-857B-9ACB-252F-E357EDED5FD2}"/>
              </a:ext>
            </a:extLst>
          </p:cNvPr>
          <p:cNvSpPr txBox="1"/>
          <p:nvPr/>
        </p:nvSpPr>
        <p:spPr>
          <a:xfrm>
            <a:off x="260726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6D6C0C-F0C2-B100-15CA-EF41573F4EFE}"/>
              </a:ext>
            </a:extLst>
          </p:cNvPr>
          <p:cNvCxnSpPr>
            <a:cxnSpLocks/>
          </p:cNvCxnSpPr>
          <p:nvPr/>
        </p:nvCxnSpPr>
        <p:spPr>
          <a:xfrm>
            <a:off x="27575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2C83A-6711-51EA-140F-F26DED670A69}"/>
              </a:ext>
            </a:extLst>
          </p:cNvPr>
          <p:cNvSpPr txBox="1"/>
          <p:nvPr/>
        </p:nvSpPr>
        <p:spPr>
          <a:xfrm>
            <a:off x="-1451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85BDC-4BF8-4D73-247B-A3FC6D7618C5}"/>
              </a:ext>
            </a:extLst>
          </p:cNvPr>
          <p:cNvSpPr txBox="1"/>
          <p:nvPr/>
        </p:nvSpPr>
        <p:spPr>
          <a:xfrm>
            <a:off x="261619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470A528-4143-0CB3-2D0B-78B0E2319874}"/>
              </a:ext>
            </a:extLst>
          </p:cNvPr>
          <p:cNvCxnSpPr>
            <a:cxnSpLocks/>
          </p:cNvCxnSpPr>
          <p:nvPr/>
        </p:nvCxnSpPr>
        <p:spPr>
          <a:xfrm>
            <a:off x="265006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58C932A-7D5A-A7BD-BA8F-64628AB463EF}"/>
              </a:ext>
            </a:extLst>
          </p:cNvPr>
          <p:cNvSpPr txBox="1"/>
          <p:nvPr/>
        </p:nvSpPr>
        <p:spPr>
          <a:xfrm>
            <a:off x="5156202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257A0-A505-1633-ADEC-53BBA3E57560}"/>
              </a:ext>
            </a:extLst>
          </p:cNvPr>
          <p:cNvSpPr txBox="1"/>
          <p:nvPr/>
        </p:nvSpPr>
        <p:spPr>
          <a:xfrm>
            <a:off x="5198075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C500DC-A80D-423C-4BDB-C49C4787DAD4}"/>
              </a:ext>
            </a:extLst>
          </p:cNvPr>
          <p:cNvCxnSpPr>
            <a:cxnSpLocks/>
          </p:cNvCxnSpPr>
          <p:nvPr/>
        </p:nvCxnSpPr>
        <p:spPr>
          <a:xfrm>
            <a:off x="5190070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CA52EC-FF61-6C22-9139-A15F78DA9DFB}"/>
              </a:ext>
            </a:extLst>
          </p:cNvPr>
          <p:cNvCxnSpPr>
            <a:cxnSpLocks/>
          </p:cNvCxnSpPr>
          <p:nvPr/>
        </p:nvCxnSpPr>
        <p:spPr>
          <a:xfrm>
            <a:off x="773007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DD44C7-C93E-7FCE-A38B-FE478C250B4F}"/>
              </a:ext>
            </a:extLst>
          </p:cNvPr>
          <p:cNvCxnSpPr>
            <a:cxnSpLocks/>
          </p:cNvCxnSpPr>
          <p:nvPr/>
        </p:nvCxnSpPr>
        <p:spPr>
          <a:xfrm>
            <a:off x="10270081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773BEE-E9C0-211C-71D5-203CCA67FF7F}"/>
              </a:ext>
            </a:extLst>
          </p:cNvPr>
          <p:cNvSpPr txBox="1"/>
          <p:nvPr/>
        </p:nvSpPr>
        <p:spPr>
          <a:xfrm>
            <a:off x="7688203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56250-EED8-28D0-EE03-1DA3AEEB582A}"/>
              </a:ext>
            </a:extLst>
          </p:cNvPr>
          <p:cNvSpPr txBox="1"/>
          <p:nvPr/>
        </p:nvSpPr>
        <p:spPr>
          <a:xfrm>
            <a:off x="1022820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79253-DB89-4E86-8F45-F7DBCC5982AB}"/>
              </a:ext>
            </a:extLst>
          </p:cNvPr>
          <p:cNvSpPr txBox="1"/>
          <p:nvPr/>
        </p:nvSpPr>
        <p:spPr>
          <a:xfrm>
            <a:off x="7753789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99754-F8B1-9D46-3099-3B428D914C5A}"/>
              </a:ext>
            </a:extLst>
          </p:cNvPr>
          <p:cNvSpPr txBox="1"/>
          <p:nvPr/>
        </p:nvSpPr>
        <p:spPr>
          <a:xfrm>
            <a:off x="1025023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973511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F4A04-97BC-79D8-2181-BB1B4BCF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3C72BA-F99C-DA0E-5C3C-0F79961BAEB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630F1-7F9B-73A7-031F-041BF671FB06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88F99-3965-EE56-0F88-18C3ED49E0A1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6286326-5540-00AF-4BD6-2DC225DBB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425" y="934194"/>
            <a:ext cx="4334234" cy="545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63819D-4B3F-36FD-4B41-7CAF2E94E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47" y="935548"/>
            <a:ext cx="4297680" cy="567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09C39-4823-BF17-4242-ACDDC0FE3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1C5A79A-364F-1ADC-B3ED-65F235F5D075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DF677-29C8-7E74-6A28-152963EC02D5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6BB674-6809-B80E-6D44-017C01749D2A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302D493-D75A-BC2B-E8B7-2A76D9099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95" b="6495"/>
          <a:stretch>
            <a:fillRect/>
          </a:stretch>
        </p:blipFill>
        <p:spPr>
          <a:xfrm>
            <a:off x="267547" y="1717369"/>
            <a:ext cx="5245789" cy="4429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9AAF05-1694-3B40-994F-363AC5DA5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97" y="1708903"/>
            <a:ext cx="5438478" cy="4429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62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5EFAD-AE3E-F3F4-8292-1F932C67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11F8F6-D198-937F-DE1B-DD835D20D86D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31857F-0C95-8C79-B074-535057B12048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7677FFC-63C8-9811-2542-E247C7B967D5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7722647-A2B5-B2F5-DA94-71F9FCC0D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160" y="1643434"/>
            <a:ext cx="5270569" cy="4359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76950B-6D82-F64C-249F-16042931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47" y="1702701"/>
            <a:ext cx="5290098" cy="4359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47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CC694-FCD2-8DBF-980F-07D8734E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71DC13-6BD6-06A3-32D5-E50BC5F2118C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E8D49-A0E4-D39D-B683-037C4F7F14A2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1D1B1A-B652-18CF-6C43-6A45F2956671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3AE3B11-AA85-522A-FAAE-CDF61F82C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84" y="1643435"/>
            <a:ext cx="5315906" cy="44440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8CE7BA-7BD0-B73F-20CD-FAF49E01C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22942"/>
            <a:ext cx="5178638" cy="442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77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graph&#10;&#10;AI-generated content may be incorrect.">
            <a:extLst>
              <a:ext uri="{FF2B5EF4-FFF2-40B4-BE49-F238E27FC236}">
                <a16:creationId xmlns:a16="http://schemas.microsoft.com/office/drawing/2014/main" id="{19F11027-94DF-DBB2-AC04-B2C469565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216" y="0"/>
            <a:ext cx="10389568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55674A-1AE7-A274-D14D-D0B450A99306}"/>
              </a:ext>
            </a:extLst>
          </p:cNvPr>
          <p:cNvSpPr txBox="1"/>
          <p:nvPr/>
        </p:nvSpPr>
        <p:spPr>
          <a:xfrm>
            <a:off x="696493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FD460D-8253-B87A-FB31-8DC99686CD1C}"/>
              </a:ext>
            </a:extLst>
          </p:cNvPr>
          <p:cNvSpPr txBox="1"/>
          <p:nvPr/>
        </p:nvSpPr>
        <p:spPr>
          <a:xfrm>
            <a:off x="5926752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D2D0E-090B-6D7F-9F96-E71F2B91F6D4}"/>
              </a:ext>
            </a:extLst>
          </p:cNvPr>
          <p:cNvSpPr txBox="1"/>
          <p:nvPr/>
        </p:nvSpPr>
        <p:spPr>
          <a:xfrm>
            <a:off x="696493" y="313266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DCE6EB-92A1-C661-5902-B76342434721}"/>
              </a:ext>
            </a:extLst>
          </p:cNvPr>
          <p:cNvSpPr txBox="1"/>
          <p:nvPr/>
        </p:nvSpPr>
        <p:spPr>
          <a:xfrm>
            <a:off x="5926752" y="293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60729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50</Words>
  <Application>Microsoft Office PowerPoint</Application>
  <PresentationFormat>Widescreen</PresentationFormat>
  <Paragraphs>50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16</cp:revision>
  <dcterms:created xsi:type="dcterms:W3CDTF">2025-09-16T13:10:23Z</dcterms:created>
  <dcterms:modified xsi:type="dcterms:W3CDTF">2025-10-14T15:51:36Z</dcterms:modified>
</cp:coreProperties>
</file>